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731" r:id="rId1"/>
  </p:sldMasterIdLst>
  <p:notesMasterIdLst>
    <p:notesMasterId r:id="rId5"/>
  </p:notesMasterIdLst>
  <p:sldIdLst>
    <p:sldId id="256" r:id="rId2"/>
    <p:sldId id="257" r:id="rId3"/>
    <p:sldId id="258" r:id="rId4"/>
  </p:sldIdLst>
  <p:sldSz cx="9144000" cy="6858000" type="screen4x3"/>
  <p:notesSz cx="6858000" cy="9144000"/>
  <p:defaultTextStyle>
    <a:defPPr>
      <a:defRPr lang="ja-JP"/>
    </a:defPPr>
    <a:lvl1pPr marL="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11"/>
    <p:restoredTop sz="94675"/>
  </p:normalViewPr>
  <p:slideViewPr>
    <p:cSldViewPr snapToGrid="0">
      <p:cViewPr>
        <p:scale>
          <a:sx n="385" d="100"/>
          <a:sy n="385" d="100"/>
        </p:scale>
        <p:origin x="-6752" y="-220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viewProps" Target="view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presProps" Target="presProps.xml"/><Relationship Id="rId5" Type="http://schemas.openxmlformats.org/officeDocument/2006/relationships/notesMaster" Target="notesMasters/notesMaster1.xml"/><Relationship Id="rId4" Type="http://schemas.openxmlformats.org/officeDocument/2006/relationships/slide" Target="slides/slide3.xml"/><Relationship Id="rId9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ヘッダー プレースホルダー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kumimoji="1" lang="ja-JP" altLang="en-US"/>
          </a:p>
        </p:txBody>
      </p:sp>
      <p:sp>
        <p:nvSpPr>
          <p:cNvPr id="3" name="日付プレースホルダー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611A3A9-DE0C-B54E-B28C-6546C0BB25CE}" type="datetimeFigureOut">
              <a:rPr kumimoji="1" lang="ja-JP" altLang="en-US" smtClean="0"/>
              <a:t>2026/8/9</a:t>
            </a:fld>
            <a:endParaRPr kumimoji="1" lang="ja-JP" altLang="en-US"/>
          </a:p>
        </p:txBody>
      </p:sp>
      <p:sp>
        <p:nvSpPr>
          <p:cNvPr id="4" name="スライド イメージ プレースホルダー 3"/>
          <p:cNvSpPr>
            <a:spLocks noGrp="1" noRot="1" noChangeAspect="1"/>
          </p:cNvSpPr>
          <p:nvPr>
            <p:ph type="sldImg" idx="2"/>
          </p:nvPr>
        </p:nvSpPr>
        <p:spPr>
          <a:xfrm>
            <a:off x="1371600" y="1143000"/>
            <a:ext cx="41148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ja-JP" altLang="en-US"/>
          </a:p>
        </p:txBody>
      </p:sp>
      <p:sp>
        <p:nvSpPr>
          <p:cNvPr id="5" name="ノート プレースホルダー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6" name="フッター プレースホルダー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kumimoji="1" lang="ja-JP" altLang="en-US"/>
          </a:p>
        </p:txBody>
      </p:sp>
      <p:sp>
        <p:nvSpPr>
          <p:cNvPr id="7" name="スライド番号プレースホルダー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6455836A-5F52-2440-8C4A-F63939550CB1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436556416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タイトル スライド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6F17F038-C1A6-D659-3620-B9D90C8B30F2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143000" y="1122363"/>
            <a:ext cx="6858000" cy="2387600"/>
          </a:xfrm>
        </p:spPr>
        <p:txBody>
          <a:bodyPr anchor="b"/>
          <a:lstStyle>
            <a:lvl1pPr algn="ctr">
              <a:defRPr sz="45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字幕 2">
            <a:extLst>
              <a:ext uri="{FF2B5EF4-FFF2-40B4-BE49-F238E27FC236}">
                <a16:creationId xmlns:a16="http://schemas.microsoft.com/office/drawing/2014/main" id="{FBD6E24D-13C1-2735-C076-1529F6022EE3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143000" y="3602038"/>
            <a:ext cx="6858000" cy="1655762"/>
          </a:xfrm>
        </p:spPr>
        <p:txBody>
          <a:bodyPr/>
          <a:lstStyle>
            <a:lvl1pPr marL="0" indent="0" algn="ctr">
              <a:buNone/>
              <a:defRPr sz="1800"/>
            </a:lvl1pPr>
            <a:lvl2pPr marL="342900" indent="0" algn="ctr">
              <a:buNone/>
              <a:defRPr sz="1500"/>
            </a:lvl2pPr>
            <a:lvl3pPr marL="685800" indent="0" algn="ctr">
              <a:buNone/>
              <a:defRPr sz="1350"/>
            </a:lvl3pPr>
            <a:lvl4pPr marL="1028700" indent="0" algn="ctr">
              <a:buNone/>
              <a:defRPr sz="1200"/>
            </a:lvl4pPr>
            <a:lvl5pPr marL="1371600" indent="0" algn="ctr">
              <a:buNone/>
              <a:defRPr sz="1200"/>
            </a:lvl5pPr>
            <a:lvl6pPr marL="1714500" indent="0" algn="ctr">
              <a:buNone/>
              <a:defRPr sz="1200"/>
            </a:lvl6pPr>
            <a:lvl7pPr marL="2057400" indent="0" algn="ctr">
              <a:buNone/>
              <a:defRPr sz="1200"/>
            </a:lvl7pPr>
            <a:lvl8pPr marL="2400300" indent="0" algn="ctr">
              <a:buNone/>
              <a:defRPr sz="1200"/>
            </a:lvl8pPr>
            <a:lvl9pPr marL="2743200" indent="0" algn="ctr">
              <a:buNone/>
              <a:defRPr sz="1200"/>
            </a:lvl9pPr>
          </a:lstStyle>
          <a:p>
            <a:r>
              <a:rPr kumimoji="1" lang="ja-JP" altLang="en-US"/>
              <a:t>マスター サブタイトルの書式設定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7C3578D0-93D9-583D-E026-4CAD67687B8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EBCEBF8-DC12-4A41-BC42-8B1EDD45961F}" type="datetime1">
              <a:rPr kumimoji="1" lang="ja-JP" altLang="en-US" smtClean="0"/>
              <a:t>2026/8/9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D318B47D-A38F-356D-EDD1-BB0051CA6BE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kumimoji="1" lang="en-US" altLang="ja-JP"/>
              <a:t>Copyright (c) 2026. Kunihiko Ohnaka. All rights reserved.</a:t>
            </a:r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EEE20565-57F7-46F0-71F7-BBB67CDB307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4CBC1CA-9BC9-BA47-8E4F-AE5B128D7120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030004556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タイトルと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EB054F0D-0937-2E6E-133F-44D237F872A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4BBA511A-554E-C12D-FA64-2B70AB96F5C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EB772741-6058-4FD2-A229-C65E42C59E3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EE6B9C4-73C3-3348-96F9-7E27AE0CAA35}" type="datetime1">
              <a:rPr kumimoji="1" lang="ja-JP" altLang="en-US" smtClean="0"/>
              <a:t>2026/8/9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2C40FDC5-4564-95E7-6E8B-FE4F2065DD4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kumimoji="1" lang="en-US" altLang="ja-JP"/>
              <a:t>Copyright (c) 2026. Kunihiko Ohnaka. All rights reserved.</a:t>
            </a:r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2947BF55-D5AC-CD6F-CEE5-31092F90BAE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4CBC1CA-9BC9-BA47-8E4F-AE5B128D7120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26478575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セクション見出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A8E87D01-4806-386A-D894-6DC94C77442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23887" y="1709738"/>
            <a:ext cx="7886700" cy="2852737"/>
          </a:xfrm>
        </p:spPr>
        <p:txBody>
          <a:bodyPr anchor="b"/>
          <a:lstStyle>
            <a:lvl1pPr>
              <a:defRPr sz="45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テキスト プレースホルダー 2">
            <a:extLst>
              <a:ext uri="{FF2B5EF4-FFF2-40B4-BE49-F238E27FC236}">
                <a16:creationId xmlns:a16="http://schemas.microsoft.com/office/drawing/2014/main" id="{08ADBBF2-E68A-47DF-6654-8668C288276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623887" y="4589464"/>
            <a:ext cx="7886700" cy="1500187"/>
          </a:xfrm>
        </p:spPr>
        <p:txBody>
          <a:bodyPr/>
          <a:lstStyle>
            <a:lvl1pPr marL="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1pPr>
            <a:lvl2pPr marL="342900" indent="0">
              <a:buNone/>
              <a:defRPr sz="1500">
                <a:solidFill>
                  <a:schemeClr val="tx1">
                    <a:tint val="82000"/>
                  </a:schemeClr>
                </a:solidFill>
              </a:defRPr>
            </a:lvl2pPr>
            <a:lvl3pPr marL="685800" indent="0">
              <a:buNone/>
              <a:defRPr sz="1350">
                <a:solidFill>
                  <a:schemeClr val="tx1">
                    <a:tint val="82000"/>
                  </a:schemeClr>
                </a:solidFill>
              </a:defRPr>
            </a:lvl3pPr>
            <a:lvl4pPr marL="1028700" indent="0">
              <a:buNone/>
              <a:defRPr sz="1200">
                <a:solidFill>
                  <a:schemeClr val="tx1">
                    <a:tint val="82000"/>
                  </a:schemeClr>
                </a:solidFill>
              </a:defRPr>
            </a:lvl4pPr>
            <a:lvl5pPr marL="1371600" indent="0">
              <a:buNone/>
              <a:defRPr sz="1200">
                <a:solidFill>
                  <a:schemeClr val="tx1">
                    <a:tint val="82000"/>
                  </a:schemeClr>
                </a:solidFill>
              </a:defRPr>
            </a:lvl5pPr>
            <a:lvl6pPr marL="1714500" indent="0">
              <a:buNone/>
              <a:defRPr sz="1200">
                <a:solidFill>
                  <a:schemeClr val="tx1">
                    <a:tint val="82000"/>
                  </a:schemeClr>
                </a:solidFill>
              </a:defRPr>
            </a:lvl6pPr>
            <a:lvl7pPr marL="2057400" indent="0">
              <a:buNone/>
              <a:defRPr sz="1200">
                <a:solidFill>
                  <a:schemeClr val="tx1">
                    <a:tint val="82000"/>
                  </a:schemeClr>
                </a:solidFill>
              </a:defRPr>
            </a:lvl7pPr>
            <a:lvl8pPr marL="2400300" indent="0">
              <a:buNone/>
              <a:defRPr sz="1200">
                <a:solidFill>
                  <a:schemeClr val="tx1">
                    <a:tint val="82000"/>
                  </a:schemeClr>
                </a:solidFill>
              </a:defRPr>
            </a:lvl8pPr>
            <a:lvl9pPr marL="2743200" indent="0">
              <a:buNone/>
              <a:defRPr sz="12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1F6BA8E3-3FB3-12D5-03D0-B9E74D0172E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82928D2-3A9E-1840-8265-6ACB352173F2}" type="datetime1">
              <a:rPr kumimoji="1" lang="ja-JP" altLang="en-US" smtClean="0"/>
              <a:t>2026/8/9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CE70CC8E-8DDB-1F8B-BD35-54573ABA4DD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kumimoji="1" lang="en-US" altLang="ja-JP"/>
              <a:t>Copyright (c) 2026. Kunihiko Ohnaka. All rights reserved.</a:t>
            </a:r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1353C795-E371-066C-D234-ED8774632F5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4CBC1CA-9BC9-BA47-8E4F-AE5B128D7120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586227752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2 つの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7A68460E-D9D0-2B37-81FF-C04B68917A7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33C51250-6DF5-7CA9-8F54-BDFA25E09A7A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628650" y="1825625"/>
            <a:ext cx="3886200" cy="435133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コンテンツ プレースホルダー 3">
            <a:extLst>
              <a:ext uri="{FF2B5EF4-FFF2-40B4-BE49-F238E27FC236}">
                <a16:creationId xmlns:a16="http://schemas.microsoft.com/office/drawing/2014/main" id="{416D9B11-4002-2161-C840-7A6B298D2342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4629150" y="1825625"/>
            <a:ext cx="3886200" cy="435133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5" name="日付プレースホルダー 4">
            <a:extLst>
              <a:ext uri="{FF2B5EF4-FFF2-40B4-BE49-F238E27FC236}">
                <a16:creationId xmlns:a16="http://schemas.microsoft.com/office/drawing/2014/main" id="{859CFEA9-A7B9-8EE1-47A9-350EA8CC693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77A7542-7F94-0B47-9902-FD0E5C4048F9}" type="datetime1">
              <a:rPr kumimoji="1" lang="ja-JP" altLang="en-US" smtClean="0"/>
              <a:t>2026/8/9</a:t>
            </a:fld>
            <a:endParaRPr kumimoji="1" lang="ja-JP" altLang="en-US"/>
          </a:p>
        </p:txBody>
      </p:sp>
      <p:sp>
        <p:nvSpPr>
          <p:cNvPr id="6" name="フッター プレースホルダー 5">
            <a:extLst>
              <a:ext uri="{FF2B5EF4-FFF2-40B4-BE49-F238E27FC236}">
                <a16:creationId xmlns:a16="http://schemas.microsoft.com/office/drawing/2014/main" id="{4C7C15E4-1A45-367F-9EC8-F84C577E3CE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kumimoji="1" lang="en-US" altLang="ja-JP"/>
              <a:t>Copyright (c) 2026. Kunihiko Ohnaka. All rights reserved.</a:t>
            </a:r>
            <a:endParaRPr kumimoji="1" lang="ja-JP" altLang="en-US"/>
          </a:p>
        </p:txBody>
      </p:sp>
      <p:sp>
        <p:nvSpPr>
          <p:cNvPr id="7" name="スライド番号プレースホルダー 6">
            <a:extLst>
              <a:ext uri="{FF2B5EF4-FFF2-40B4-BE49-F238E27FC236}">
                <a16:creationId xmlns:a16="http://schemas.microsoft.com/office/drawing/2014/main" id="{F6959A64-B2E6-9B9A-DE4D-F95B6844DE9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4CBC1CA-9BC9-BA47-8E4F-AE5B128D7120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712927300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27898D71-3AFA-B849-9B0A-F6D454766E4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29841" y="365126"/>
            <a:ext cx="7886700" cy="1325563"/>
          </a:xfrm>
        </p:spPr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テキスト プレースホルダー 2">
            <a:extLst>
              <a:ext uri="{FF2B5EF4-FFF2-40B4-BE49-F238E27FC236}">
                <a16:creationId xmlns:a16="http://schemas.microsoft.com/office/drawing/2014/main" id="{B0F220DC-B7C9-6374-1305-A408AA39C9E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629842" y="1681163"/>
            <a:ext cx="3868340" cy="82391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4" name="コンテンツ プレースホルダー 3">
            <a:extLst>
              <a:ext uri="{FF2B5EF4-FFF2-40B4-BE49-F238E27FC236}">
                <a16:creationId xmlns:a16="http://schemas.microsoft.com/office/drawing/2014/main" id="{043AD697-E6FB-31CE-B30A-3599F52CFEB3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29842" y="2505075"/>
            <a:ext cx="3868340" cy="368458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5" name="テキスト プレースホルダー 4">
            <a:extLst>
              <a:ext uri="{FF2B5EF4-FFF2-40B4-BE49-F238E27FC236}">
                <a16:creationId xmlns:a16="http://schemas.microsoft.com/office/drawing/2014/main" id="{E5D591C5-632A-6781-1DCE-133453AA6CD0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4629150" y="1681163"/>
            <a:ext cx="3887391" cy="82391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6" name="コンテンツ プレースホルダー 5">
            <a:extLst>
              <a:ext uri="{FF2B5EF4-FFF2-40B4-BE49-F238E27FC236}">
                <a16:creationId xmlns:a16="http://schemas.microsoft.com/office/drawing/2014/main" id="{9BFD7947-652B-2162-02A8-ED7249911B23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4629150" y="2505075"/>
            <a:ext cx="3887391" cy="368458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7" name="日付プレースホルダー 6">
            <a:extLst>
              <a:ext uri="{FF2B5EF4-FFF2-40B4-BE49-F238E27FC236}">
                <a16:creationId xmlns:a16="http://schemas.microsoft.com/office/drawing/2014/main" id="{92E0E1CC-72C0-5DEB-F6DF-378E3C9A764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7D6AEAD-6313-9341-8AE9-BDF2811566C2}" type="datetime1">
              <a:rPr kumimoji="1" lang="ja-JP" altLang="en-US" smtClean="0"/>
              <a:t>2026/8/9</a:t>
            </a:fld>
            <a:endParaRPr kumimoji="1" lang="ja-JP" altLang="en-US"/>
          </a:p>
        </p:txBody>
      </p:sp>
      <p:sp>
        <p:nvSpPr>
          <p:cNvPr id="8" name="フッター プレースホルダー 7">
            <a:extLst>
              <a:ext uri="{FF2B5EF4-FFF2-40B4-BE49-F238E27FC236}">
                <a16:creationId xmlns:a16="http://schemas.microsoft.com/office/drawing/2014/main" id="{E2F041FD-D7BF-2115-9620-07AAB730B50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kumimoji="1" lang="en-US" altLang="ja-JP"/>
              <a:t>Copyright (c) 2026. Kunihiko Ohnaka. All rights reserved.</a:t>
            </a:r>
            <a:endParaRPr kumimoji="1" lang="ja-JP" altLang="en-US"/>
          </a:p>
        </p:txBody>
      </p:sp>
      <p:sp>
        <p:nvSpPr>
          <p:cNvPr id="9" name="スライド番号プレースホルダー 8">
            <a:extLst>
              <a:ext uri="{FF2B5EF4-FFF2-40B4-BE49-F238E27FC236}">
                <a16:creationId xmlns:a16="http://schemas.microsoft.com/office/drawing/2014/main" id="{31199D06-06AC-60EB-52AA-2BEC708A24B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4CBC1CA-9BC9-BA47-8E4F-AE5B128D7120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59011422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タイトルのみ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E0890708-ECE2-ECAA-D1A3-3CD6D23C41E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日付プレースホルダー 2">
            <a:extLst>
              <a:ext uri="{FF2B5EF4-FFF2-40B4-BE49-F238E27FC236}">
                <a16:creationId xmlns:a16="http://schemas.microsoft.com/office/drawing/2014/main" id="{B866A765-D782-EF87-0E21-53D291518EF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49A3F53-62DE-0A4D-B1B3-E9160981BB2E}" type="datetime1">
              <a:rPr kumimoji="1" lang="ja-JP" altLang="en-US" smtClean="0"/>
              <a:t>2026/8/9</a:t>
            </a:fld>
            <a:endParaRPr kumimoji="1" lang="ja-JP" altLang="en-US"/>
          </a:p>
        </p:txBody>
      </p:sp>
      <p:sp>
        <p:nvSpPr>
          <p:cNvPr id="4" name="フッター プレースホルダー 3">
            <a:extLst>
              <a:ext uri="{FF2B5EF4-FFF2-40B4-BE49-F238E27FC236}">
                <a16:creationId xmlns:a16="http://schemas.microsoft.com/office/drawing/2014/main" id="{16CEEBF7-8BAC-6D92-8A3E-26D0CBA3AC8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kumimoji="1" lang="en-US" altLang="ja-JP"/>
              <a:t>Copyright (c) 2026. Kunihiko Ohnaka. All rights reserved.</a:t>
            </a:r>
            <a:endParaRPr kumimoji="1" lang="ja-JP" altLang="en-US"/>
          </a:p>
        </p:txBody>
      </p:sp>
      <p:sp>
        <p:nvSpPr>
          <p:cNvPr id="5" name="スライド番号プレースホルダー 4">
            <a:extLst>
              <a:ext uri="{FF2B5EF4-FFF2-40B4-BE49-F238E27FC236}">
                <a16:creationId xmlns:a16="http://schemas.microsoft.com/office/drawing/2014/main" id="{E458E75D-8946-3AB6-A6D0-B04BF35A09C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4CBC1CA-9BC9-BA47-8E4F-AE5B128D7120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169887732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白紙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日付プレースホルダー 1">
            <a:extLst>
              <a:ext uri="{FF2B5EF4-FFF2-40B4-BE49-F238E27FC236}">
                <a16:creationId xmlns:a16="http://schemas.microsoft.com/office/drawing/2014/main" id="{BE963D5A-44C1-EA1B-49B9-784D76B4276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702CFB-2461-C24B-8477-FC7B41587221}" type="datetime1">
              <a:rPr kumimoji="1" lang="ja-JP" altLang="en-US" smtClean="0"/>
              <a:t>2026/8/9</a:t>
            </a:fld>
            <a:endParaRPr kumimoji="1" lang="ja-JP" altLang="en-US"/>
          </a:p>
        </p:txBody>
      </p:sp>
      <p:sp>
        <p:nvSpPr>
          <p:cNvPr id="3" name="フッター プレースホルダー 2">
            <a:extLst>
              <a:ext uri="{FF2B5EF4-FFF2-40B4-BE49-F238E27FC236}">
                <a16:creationId xmlns:a16="http://schemas.microsoft.com/office/drawing/2014/main" id="{3E462ABC-9D3A-664E-B032-28CB2BD6C9A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kumimoji="1" lang="en-US" altLang="ja-JP"/>
              <a:t>Copyright (c) 2026. Kunihiko Ohnaka. All rights reserved.</a:t>
            </a:r>
            <a:endParaRPr kumimoji="1" lang="ja-JP" altLang="en-US"/>
          </a:p>
        </p:txBody>
      </p:sp>
      <p:sp>
        <p:nvSpPr>
          <p:cNvPr id="4" name="スライド番号プレースホルダー 3">
            <a:extLst>
              <a:ext uri="{FF2B5EF4-FFF2-40B4-BE49-F238E27FC236}">
                <a16:creationId xmlns:a16="http://schemas.microsoft.com/office/drawing/2014/main" id="{8F5FC2DE-E069-00F0-20E0-0890AA5EFCB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4CBC1CA-9BC9-BA47-8E4F-AE5B128D7120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298923054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タイトル付きの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454D86DC-D895-DA63-7968-73780AB9CE7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29841" y="457200"/>
            <a:ext cx="2949178" cy="1600200"/>
          </a:xfrm>
        </p:spPr>
        <p:txBody>
          <a:bodyPr anchor="b"/>
          <a:lstStyle>
            <a:lvl1pPr>
              <a:defRPr sz="24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A24B95AE-105A-AFC5-6CEC-F90C7EEF020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887391" y="987426"/>
            <a:ext cx="4629150" cy="487362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テキスト プレースホルダー 3">
            <a:extLst>
              <a:ext uri="{FF2B5EF4-FFF2-40B4-BE49-F238E27FC236}">
                <a16:creationId xmlns:a16="http://schemas.microsoft.com/office/drawing/2014/main" id="{BBF24237-C742-4EC3-E8C4-9240E278D4E2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629841" y="2057400"/>
            <a:ext cx="2949178" cy="3811588"/>
          </a:xfrm>
        </p:spPr>
        <p:txBody>
          <a:bodyPr/>
          <a:lstStyle>
            <a:lvl1pPr marL="0" indent="0">
              <a:buNone/>
              <a:defRPr sz="1200"/>
            </a:lvl1pPr>
            <a:lvl2pPr marL="342900" indent="0">
              <a:buNone/>
              <a:defRPr sz="1050"/>
            </a:lvl2pPr>
            <a:lvl3pPr marL="685800" indent="0">
              <a:buNone/>
              <a:defRPr sz="900"/>
            </a:lvl3pPr>
            <a:lvl4pPr marL="1028700" indent="0">
              <a:buNone/>
              <a:defRPr sz="750"/>
            </a:lvl4pPr>
            <a:lvl5pPr marL="1371600" indent="0">
              <a:buNone/>
              <a:defRPr sz="750"/>
            </a:lvl5pPr>
            <a:lvl6pPr marL="1714500" indent="0">
              <a:buNone/>
              <a:defRPr sz="750"/>
            </a:lvl6pPr>
            <a:lvl7pPr marL="2057400" indent="0">
              <a:buNone/>
              <a:defRPr sz="750"/>
            </a:lvl7pPr>
            <a:lvl8pPr marL="2400300" indent="0">
              <a:buNone/>
              <a:defRPr sz="750"/>
            </a:lvl8pPr>
            <a:lvl9pPr marL="2743200" indent="0">
              <a:buNone/>
              <a:defRPr sz="750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5" name="日付プレースホルダー 4">
            <a:extLst>
              <a:ext uri="{FF2B5EF4-FFF2-40B4-BE49-F238E27FC236}">
                <a16:creationId xmlns:a16="http://schemas.microsoft.com/office/drawing/2014/main" id="{FFB33825-03EA-B1F7-7C59-228929FE730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0C4A98F-0142-AE4A-B78F-DF7D9A439098}" type="datetime1">
              <a:rPr kumimoji="1" lang="ja-JP" altLang="en-US" smtClean="0"/>
              <a:t>2026/8/9</a:t>
            </a:fld>
            <a:endParaRPr kumimoji="1" lang="ja-JP" altLang="en-US"/>
          </a:p>
        </p:txBody>
      </p:sp>
      <p:sp>
        <p:nvSpPr>
          <p:cNvPr id="6" name="フッター プレースホルダー 5">
            <a:extLst>
              <a:ext uri="{FF2B5EF4-FFF2-40B4-BE49-F238E27FC236}">
                <a16:creationId xmlns:a16="http://schemas.microsoft.com/office/drawing/2014/main" id="{75DE2BE4-F71C-A50C-894E-00BE1566B9B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kumimoji="1" lang="en-US" altLang="ja-JP"/>
              <a:t>Copyright (c) 2026. Kunihiko Ohnaka. All rights reserved.</a:t>
            </a:r>
            <a:endParaRPr kumimoji="1" lang="ja-JP" altLang="en-US"/>
          </a:p>
        </p:txBody>
      </p:sp>
      <p:sp>
        <p:nvSpPr>
          <p:cNvPr id="7" name="スライド番号プレースホルダー 6">
            <a:extLst>
              <a:ext uri="{FF2B5EF4-FFF2-40B4-BE49-F238E27FC236}">
                <a16:creationId xmlns:a16="http://schemas.microsoft.com/office/drawing/2014/main" id="{0E852352-6406-CCCE-4A7F-06408147F86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4CBC1CA-9BC9-BA47-8E4F-AE5B128D7120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71744027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タイトル付きの図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7E268C97-B723-F980-82D8-3B9F6BE45B3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29841" y="457200"/>
            <a:ext cx="2949178" cy="1600200"/>
          </a:xfrm>
        </p:spPr>
        <p:txBody>
          <a:bodyPr anchor="b"/>
          <a:lstStyle>
            <a:lvl1pPr>
              <a:defRPr sz="24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図プレースホルダー 2">
            <a:extLst>
              <a:ext uri="{FF2B5EF4-FFF2-40B4-BE49-F238E27FC236}">
                <a16:creationId xmlns:a16="http://schemas.microsoft.com/office/drawing/2014/main" id="{3F0F97FE-6FF6-9B6D-B4AB-75840D8EA364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3887391" y="987426"/>
            <a:ext cx="4629150" cy="4873625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kumimoji="1" lang="ja-JP" altLang="en-US"/>
          </a:p>
        </p:txBody>
      </p:sp>
      <p:sp>
        <p:nvSpPr>
          <p:cNvPr id="4" name="テキスト プレースホルダー 3">
            <a:extLst>
              <a:ext uri="{FF2B5EF4-FFF2-40B4-BE49-F238E27FC236}">
                <a16:creationId xmlns:a16="http://schemas.microsoft.com/office/drawing/2014/main" id="{B2EDF8D5-5E32-3E8C-4DF9-57C73A19A467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629841" y="2057400"/>
            <a:ext cx="2949178" cy="3811588"/>
          </a:xfrm>
        </p:spPr>
        <p:txBody>
          <a:bodyPr/>
          <a:lstStyle>
            <a:lvl1pPr marL="0" indent="0">
              <a:buNone/>
              <a:defRPr sz="1200"/>
            </a:lvl1pPr>
            <a:lvl2pPr marL="342900" indent="0">
              <a:buNone/>
              <a:defRPr sz="1050"/>
            </a:lvl2pPr>
            <a:lvl3pPr marL="685800" indent="0">
              <a:buNone/>
              <a:defRPr sz="900"/>
            </a:lvl3pPr>
            <a:lvl4pPr marL="1028700" indent="0">
              <a:buNone/>
              <a:defRPr sz="750"/>
            </a:lvl4pPr>
            <a:lvl5pPr marL="1371600" indent="0">
              <a:buNone/>
              <a:defRPr sz="750"/>
            </a:lvl5pPr>
            <a:lvl6pPr marL="1714500" indent="0">
              <a:buNone/>
              <a:defRPr sz="750"/>
            </a:lvl6pPr>
            <a:lvl7pPr marL="2057400" indent="0">
              <a:buNone/>
              <a:defRPr sz="750"/>
            </a:lvl7pPr>
            <a:lvl8pPr marL="2400300" indent="0">
              <a:buNone/>
              <a:defRPr sz="750"/>
            </a:lvl8pPr>
            <a:lvl9pPr marL="2743200" indent="0">
              <a:buNone/>
              <a:defRPr sz="750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5" name="日付プレースホルダー 4">
            <a:extLst>
              <a:ext uri="{FF2B5EF4-FFF2-40B4-BE49-F238E27FC236}">
                <a16:creationId xmlns:a16="http://schemas.microsoft.com/office/drawing/2014/main" id="{4A4FA00B-BA3A-FD9B-8C13-343BC822F64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F4ED2A2-CA9D-E04D-8808-299DB345BAE9}" type="datetime1">
              <a:rPr kumimoji="1" lang="ja-JP" altLang="en-US" smtClean="0"/>
              <a:t>2026/8/9</a:t>
            </a:fld>
            <a:endParaRPr kumimoji="1" lang="ja-JP" altLang="en-US"/>
          </a:p>
        </p:txBody>
      </p:sp>
      <p:sp>
        <p:nvSpPr>
          <p:cNvPr id="6" name="フッター プレースホルダー 5">
            <a:extLst>
              <a:ext uri="{FF2B5EF4-FFF2-40B4-BE49-F238E27FC236}">
                <a16:creationId xmlns:a16="http://schemas.microsoft.com/office/drawing/2014/main" id="{ECB0F0A4-2125-2AC9-3318-1B01DD5176D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kumimoji="1" lang="en-US" altLang="ja-JP"/>
              <a:t>Copyright (c) 2026. Kunihiko Ohnaka. All rights reserved.</a:t>
            </a:r>
            <a:endParaRPr kumimoji="1" lang="ja-JP" altLang="en-US"/>
          </a:p>
        </p:txBody>
      </p:sp>
      <p:sp>
        <p:nvSpPr>
          <p:cNvPr id="7" name="スライド番号プレースホルダー 6">
            <a:extLst>
              <a:ext uri="{FF2B5EF4-FFF2-40B4-BE49-F238E27FC236}">
                <a16:creationId xmlns:a16="http://schemas.microsoft.com/office/drawing/2014/main" id="{78C54D3F-A486-E588-7C50-97476C8AD32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4CBC1CA-9BC9-BA47-8E4F-AE5B128D7120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610926674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タイトルと縦書きテキスト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AF4E4FEC-50FA-3849-F960-B10098DEC9D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縦書きテキスト プレースホルダー 2">
            <a:extLst>
              <a:ext uri="{FF2B5EF4-FFF2-40B4-BE49-F238E27FC236}">
                <a16:creationId xmlns:a16="http://schemas.microsoft.com/office/drawing/2014/main" id="{A4CCFED3-5DE3-DB8A-F4FD-5467FF3C68DC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2DF2642E-A00D-B3B6-09D5-6C61FE2BA99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9ECFA6A-3358-EF46-A120-F8F560EA8934}" type="datetime1">
              <a:rPr kumimoji="1" lang="ja-JP" altLang="en-US" smtClean="0"/>
              <a:t>2026/8/9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4BA8FB9B-7893-C744-E62D-CC6908E4D38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kumimoji="1" lang="en-US" altLang="ja-JP"/>
              <a:t>Copyright (c) 2026. Kunihiko Ohnaka. All rights reserved.</a:t>
            </a:r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C438EF4A-F7E9-6604-C941-E2BA3911DD1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4CBC1CA-9BC9-BA47-8E4F-AE5B128D7120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986520966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縦書きタイトルと&#10;縦書きテキスト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縦書きタイトル 1">
            <a:extLst>
              <a:ext uri="{FF2B5EF4-FFF2-40B4-BE49-F238E27FC236}">
                <a16:creationId xmlns:a16="http://schemas.microsoft.com/office/drawing/2014/main" id="{8A634C25-3B03-0D9C-26E6-C8256277719F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6543675" y="365125"/>
            <a:ext cx="1971675" cy="5811838"/>
          </a:xfrm>
        </p:spPr>
        <p:txBody>
          <a:bodyPr vert="eaVert"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縦書きテキスト プレースホルダー 2">
            <a:extLst>
              <a:ext uri="{FF2B5EF4-FFF2-40B4-BE49-F238E27FC236}">
                <a16:creationId xmlns:a16="http://schemas.microsoft.com/office/drawing/2014/main" id="{849136EC-16D4-BA13-F9D4-43A049CF2E5D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628650" y="365125"/>
            <a:ext cx="5800725" cy="5811838"/>
          </a:xfrm>
        </p:spPr>
        <p:txBody>
          <a:bodyPr vert="eaVert"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E0FB490E-08D2-CEA9-0D2E-AEFED91BD5D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7D45CA2-E91C-6D44-A1B3-C66957864EEE}" type="datetime1">
              <a:rPr kumimoji="1" lang="ja-JP" altLang="en-US" smtClean="0"/>
              <a:t>2026/8/9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06AF3F53-7878-CD0D-062A-D0502CBE082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kumimoji="1" lang="en-US" altLang="ja-JP"/>
              <a:t>Copyright (c) 2026. Kunihiko Ohnaka. All rights reserved.</a:t>
            </a:r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902D639C-92DB-5AE2-3EC2-1D007F11D3F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4CBC1CA-9BC9-BA47-8E4F-AE5B128D7120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79307923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プレースホルダー 1">
            <a:extLst>
              <a:ext uri="{FF2B5EF4-FFF2-40B4-BE49-F238E27FC236}">
                <a16:creationId xmlns:a16="http://schemas.microsoft.com/office/drawing/2014/main" id="{A86D3CB9-215F-42AF-8787-915778D2F03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28650" y="365126"/>
            <a:ext cx="78867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テキスト プレースホルダー 2">
            <a:extLst>
              <a:ext uri="{FF2B5EF4-FFF2-40B4-BE49-F238E27FC236}">
                <a16:creationId xmlns:a16="http://schemas.microsoft.com/office/drawing/2014/main" id="{90882C8A-48CB-FB76-D7E8-A9778744A53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628650" y="1825625"/>
            <a:ext cx="78867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B4FE2265-4D34-30DB-DB52-E59C6957D02C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628650" y="6356351"/>
            <a:ext cx="20574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9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4F48EC6A-A133-C84F-B5EE-7E2745BABCEB}" type="datetime1">
              <a:rPr kumimoji="1" lang="ja-JP" altLang="en-US" smtClean="0"/>
              <a:t>2026/8/9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806DCCF0-0A8B-0C9E-7D2C-715297C93D91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3028950" y="6356351"/>
            <a:ext cx="30861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9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r>
              <a:rPr kumimoji="1" lang="en-US" altLang="ja-JP"/>
              <a:t>Copyright (c) 2026. Kunihiko Ohnaka. All rights reserved.</a:t>
            </a:r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546109C6-E313-098C-27EE-573634B0CAD7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6457950" y="6356351"/>
            <a:ext cx="20574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B4CBC1CA-9BC9-BA47-8E4F-AE5B128D7120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898748733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32" r:id="rId1"/>
    <p:sldLayoutId id="2147483733" r:id="rId2"/>
    <p:sldLayoutId id="2147483734" r:id="rId3"/>
    <p:sldLayoutId id="2147483735" r:id="rId4"/>
    <p:sldLayoutId id="2147483736" r:id="rId5"/>
    <p:sldLayoutId id="2147483737" r:id="rId6"/>
    <p:sldLayoutId id="2147483738" r:id="rId7"/>
    <p:sldLayoutId id="2147483739" r:id="rId8"/>
    <p:sldLayoutId id="2147483740" r:id="rId9"/>
    <p:sldLayoutId id="2147483741" r:id="rId10"/>
    <p:sldLayoutId id="2147483742" r:id="rId11"/>
  </p:sldLayoutIdLst>
  <p:hf sldNum="0" hdr="0" dt="0"/>
  <p:txStyles>
    <p:titleStyle>
      <a:lvl1pPr algn="l" defTabSz="685800" rtl="0" eaLnBrk="1" latinLnBrk="0" hangingPunct="1">
        <a:lnSpc>
          <a:spcPct val="90000"/>
        </a:lnSpc>
        <a:spcBef>
          <a:spcPct val="0"/>
        </a:spcBef>
        <a:buNone/>
        <a:defRPr kumimoji="1" sz="33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171450" indent="-171450" algn="l" defTabSz="685800" rtl="0" eaLnBrk="1" latinLnBrk="0" hangingPunct="1">
        <a:lnSpc>
          <a:spcPct val="90000"/>
        </a:lnSpc>
        <a:spcBef>
          <a:spcPts val="750"/>
        </a:spcBef>
        <a:buFont typeface="Arial" panose="020B0604020202020204" pitchFamily="34" charset="0"/>
        <a:buChar char="•"/>
        <a:defRPr kumimoji="1" sz="2100" kern="1200">
          <a:solidFill>
            <a:schemeClr val="tx1"/>
          </a:solidFill>
          <a:latin typeface="+mn-lt"/>
          <a:ea typeface="+mn-ea"/>
          <a:cs typeface="+mn-cs"/>
        </a:defRPr>
      </a:lvl1pPr>
      <a:lvl2pPr marL="5143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8572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kumimoji="1" sz="1500" kern="1200">
          <a:solidFill>
            <a:schemeClr val="tx1"/>
          </a:solidFill>
          <a:latin typeface="+mn-lt"/>
          <a:ea typeface="+mn-ea"/>
          <a:cs typeface="+mn-cs"/>
        </a:defRPr>
      </a:lvl3pPr>
      <a:lvl4pPr marL="12001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kumimoji="1" sz="1350" kern="1200">
          <a:solidFill>
            <a:schemeClr val="tx1"/>
          </a:solidFill>
          <a:latin typeface="+mn-lt"/>
          <a:ea typeface="+mn-ea"/>
          <a:cs typeface="+mn-cs"/>
        </a:defRPr>
      </a:lvl4pPr>
      <a:lvl5pPr marL="15430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kumimoji="1" sz="1350" kern="1200">
          <a:solidFill>
            <a:schemeClr val="tx1"/>
          </a:solidFill>
          <a:latin typeface="+mn-lt"/>
          <a:ea typeface="+mn-ea"/>
          <a:cs typeface="+mn-cs"/>
        </a:defRPr>
      </a:lvl5pPr>
      <a:lvl6pPr marL="18859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kumimoji="1" sz="1350" kern="1200">
          <a:solidFill>
            <a:schemeClr val="tx1"/>
          </a:solidFill>
          <a:latin typeface="+mn-lt"/>
          <a:ea typeface="+mn-ea"/>
          <a:cs typeface="+mn-cs"/>
        </a:defRPr>
      </a:lvl6pPr>
      <a:lvl7pPr marL="22288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kumimoji="1" sz="1350" kern="1200">
          <a:solidFill>
            <a:schemeClr val="tx1"/>
          </a:solidFill>
          <a:latin typeface="+mn-lt"/>
          <a:ea typeface="+mn-ea"/>
          <a:cs typeface="+mn-cs"/>
        </a:defRPr>
      </a:lvl7pPr>
      <a:lvl8pPr marL="25717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kumimoji="1" sz="1350" kern="1200">
          <a:solidFill>
            <a:schemeClr val="tx1"/>
          </a:solidFill>
          <a:latin typeface="+mn-lt"/>
          <a:ea typeface="+mn-ea"/>
          <a:cs typeface="+mn-cs"/>
        </a:defRPr>
      </a:lvl8pPr>
      <a:lvl9pPr marL="29146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kumimoji="1" sz="135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ja-JP"/>
      </a:defPPr>
      <a:lvl1pPr marL="0" algn="l" defTabSz="685800" rtl="0" eaLnBrk="1" latinLnBrk="0" hangingPunct="1">
        <a:defRPr kumimoji="1" sz="1350" kern="1200">
          <a:solidFill>
            <a:schemeClr val="tx1"/>
          </a:solidFill>
          <a:latin typeface="+mn-lt"/>
          <a:ea typeface="+mn-ea"/>
          <a:cs typeface="+mn-cs"/>
        </a:defRPr>
      </a:lvl1pPr>
      <a:lvl2pPr marL="342900" algn="l" defTabSz="685800" rtl="0" eaLnBrk="1" latinLnBrk="0" hangingPunct="1">
        <a:defRPr kumimoji="1" sz="1350" kern="1200">
          <a:solidFill>
            <a:schemeClr val="tx1"/>
          </a:solidFill>
          <a:latin typeface="+mn-lt"/>
          <a:ea typeface="+mn-ea"/>
          <a:cs typeface="+mn-cs"/>
        </a:defRPr>
      </a:lvl2pPr>
      <a:lvl3pPr marL="685800" algn="l" defTabSz="685800" rtl="0" eaLnBrk="1" latinLnBrk="0" hangingPunct="1">
        <a:defRPr kumimoji="1" sz="1350" kern="1200">
          <a:solidFill>
            <a:schemeClr val="tx1"/>
          </a:solidFill>
          <a:latin typeface="+mn-lt"/>
          <a:ea typeface="+mn-ea"/>
          <a:cs typeface="+mn-cs"/>
        </a:defRPr>
      </a:lvl3pPr>
      <a:lvl4pPr marL="1028700" algn="l" defTabSz="685800" rtl="0" eaLnBrk="1" latinLnBrk="0" hangingPunct="1">
        <a:defRPr kumimoji="1" sz="1350" kern="1200">
          <a:solidFill>
            <a:schemeClr val="tx1"/>
          </a:solidFill>
          <a:latin typeface="+mn-lt"/>
          <a:ea typeface="+mn-ea"/>
          <a:cs typeface="+mn-cs"/>
        </a:defRPr>
      </a:lvl4pPr>
      <a:lvl5pPr marL="1371600" algn="l" defTabSz="685800" rtl="0" eaLnBrk="1" latinLnBrk="0" hangingPunct="1">
        <a:defRPr kumimoji="1" sz="1350" kern="1200">
          <a:solidFill>
            <a:schemeClr val="tx1"/>
          </a:solidFill>
          <a:latin typeface="+mn-lt"/>
          <a:ea typeface="+mn-ea"/>
          <a:cs typeface="+mn-cs"/>
        </a:defRPr>
      </a:lvl5pPr>
      <a:lvl6pPr marL="1714500" algn="l" defTabSz="685800" rtl="0" eaLnBrk="1" latinLnBrk="0" hangingPunct="1">
        <a:defRPr kumimoji="1" sz="1350" kern="1200">
          <a:solidFill>
            <a:schemeClr val="tx1"/>
          </a:solidFill>
          <a:latin typeface="+mn-lt"/>
          <a:ea typeface="+mn-ea"/>
          <a:cs typeface="+mn-cs"/>
        </a:defRPr>
      </a:lvl6pPr>
      <a:lvl7pPr marL="2057400" algn="l" defTabSz="685800" rtl="0" eaLnBrk="1" latinLnBrk="0" hangingPunct="1">
        <a:defRPr kumimoji="1" sz="1350" kern="1200">
          <a:solidFill>
            <a:schemeClr val="tx1"/>
          </a:solidFill>
          <a:latin typeface="+mn-lt"/>
          <a:ea typeface="+mn-ea"/>
          <a:cs typeface="+mn-cs"/>
        </a:defRPr>
      </a:lvl7pPr>
      <a:lvl8pPr marL="2400300" algn="l" defTabSz="685800" rtl="0" eaLnBrk="1" latinLnBrk="0" hangingPunct="1">
        <a:defRPr kumimoji="1" sz="1350" kern="1200">
          <a:solidFill>
            <a:schemeClr val="tx1"/>
          </a:solidFill>
          <a:latin typeface="+mn-lt"/>
          <a:ea typeface="+mn-ea"/>
          <a:cs typeface="+mn-cs"/>
        </a:defRPr>
      </a:lvl8pPr>
      <a:lvl9pPr marL="2743200" algn="l" defTabSz="685800" rtl="0" eaLnBrk="1" latinLnBrk="0" hangingPunct="1">
        <a:defRPr kumimoji="1" sz="135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EB6ABA3A-352B-32C5-CB46-BC4B9B27246F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kumimoji="1" lang="en-US" altLang="ja-JP" dirty="0"/>
              <a:t>Inside</a:t>
            </a:r>
            <a:br>
              <a:rPr kumimoji="1" lang="en-US" altLang="ja-JP" dirty="0"/>
            </a:br>
            <a:r>
              <a:rPr kumimoji="1" lang="en-US" altLang="ja-JP" dirty="0" err="1"/>
              <a:t>RetroCastX</a:t>
            </a:r>
            <a:endParaRPr kumimoji="1" lang="ja-JP" altLang="en-US"/>
          </a:p>
        </p:txBody>
      </p:sp>
      <p:sp>
        <p:nvSpPr>
          <p:cNvPr id="3" name="字幕 2">
            <a:extLst>
              <a:ext uri="{FF2B5EF4-FFF2-40B4-BE49-F238E27FC236}">
                <a16:creationId xmlns:a16="http://schemas.microsoft.com/office/drawing/2014/main" id="{96862307-FF18-1F36-DA65-30F7E93B2DDD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4" name="フッター プレースホルダー 3">
            <a:extLst>
              <a:ext uri="{FF2B5EF4-FFF2-40B4-BE49-F238E27FC236}">
                <a16:creationId xmlns:a16="http://schemas.microsoft.com/office/drawing/2014/main" id="{12727FE9-91FB-B647-5C1B-9A5FE3C7EF2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kumimoji="1" lang="en-US" altLang="ja-JP"/>
              <a:t>Copyright (c) 2026. Kunihiko Ohnaka. All rights reserved.</a:t>
            </a:r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173018153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フッター プレースホルダー 3">
            <a:extLst>
              <a:ext uri="{FF2B5EF4-FFF2-40B4-BE49-F238E27FC236}">
                <a16:creationId xmlns:a16="http://schemas.microsoft.com/office/drawing/2014/main" id="{8DE8A2C7-3731-E33F-01B1-CF4A797F752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kumimoji="1" lang="en-US" altLang="ja-JP"/>
              <a:t>Copyright (c) 2026. Kunihiko Ohnaka. All rights reserved.</a:t>
            </a:r>
            <a:endParaRPr kumimoji="1" lang="ja-JP" altLang="en-US"/>
          </a:p>
        </p:txBody>
      </p:sp>
      <p:sp>
        <p:nvSpPr>
          <p:cNvPr id="26" name="Google Shape;3961;p51">
            <a:extLst>
              <a:ext uri="{FF2B5EF4-FFF2-40B4-BE49-F238E27FC236}">
                <a16:creationId xmlns:a16="http://schemas.microsoft.com/office/drawing/2014/main" id="{D80DC025-6DFC-FABE-46F5-C9C685B8B4F1}"/>
              </a:ext>
            </a:extLst>
          </p:cNvPr>
          <p:cNvSpPr txBox="1"/>
          <p:nvPr/>
        </p:nvSpPr>
        <p:spPr>
          <a:xfrm>
            <a:off x="2217785" y="1654120"/>
            <a:ext cx="396887" cy="122260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565" dirty="0">
                <a:solidFill>
                  <a:schemeClr val="dk1"/>
                </a:solidFill>
                <a:latin typeface="HeadLineA"/>
                <a:ea typeface="HeadLineA"/>
                <a:cs typeface="HeadLineA"/>
                <a:sym typeface="HeadLineA"/>
              </a:rPr>
              <a:t>G2</a:t>
            </a:r>
          </a:p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565" dirty="0">
                <a:solidFill>
                  <a:schemeClr val="dk1"/>
                </a:solidFill>
                <a:latin typeface="HeadLineA"/>
                <a:ea typeface="HeadLineA"/>
                <a:sym typeface="HeadLineA"/>
              </a:rPr>
              <a:t>G4</a:t>
            </a:r>
            <a:endParaRPr dirty="0"/>
          </a:p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565" dirty="0">
                <a:solidFill>
                  <a:schemeClr val="dk1"/>
                </a:solidFill>
                <a:latin typeface="HeadLineA"/>
                <a:ea typeface="HeadLineA"/>
                <a:sym typeface="HeadLineA"/>
              </a:rPr>
              <a:t>G6</a:t>
            </a:r>
            <a:endParaRPr dirty="0"/>
          </a:p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565" dirty="0">
                <a:solidFill>
                  <a:schemeClr val="dk1"/>
                </a:solidFill>
                <a:latin typeface="HeadLineA"/>
                <a:ea typeface="HeadLineA"/>
                <a:sym typeface="HeadLineA"/>
              </a:rPr>
              <a:t>G8</a:t>
            </a:r>
            <a:endParaRPr dirty="0"/>
          </a:p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565" dirty="0">
                <a:solidFill>
                  <a:schemeClr val="dk1"/>
                </a:solidFill>
                <a:latin typeface="HeadLineA"/>
                <a:ea typeface="HeadLineA"/>
                <a:sym typeface="HeadLineA"/>
              </a:rPr>
              <a:t>IOGND</a:t>
            </a:r>
            <a:endParaRPr dirty="0"/>
          </a:p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565" dirty="0">
                <a:solidFill>
                  <a:schemeClr val="dk1"/>
                </a:solidFill>
                <a:latin typeface="HeadLineA"/>
                <a:ea typeface="HeadLineA"/>
                <a:cs typeface="HeadLineA"/>
                <a:sym typeface="HeadLineA"/>
              </a:rPr>
              <a:t>GND</a:t>
            </a:r>
          </a:p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565" dirty="0">
                <a:solidFill>
                  <a:schemeClr val="dk1"/>
                </a:solidFill>
                <a:latin typeface="HeadLineA"/>
                <a:ea typeface="HeadLineA"/>
                <a:sym typeface="HeadLineA"/>
              </a:rPr>
              <a:t>B0</a:t>
            </a:r>
            <a:endParaRPr dirty="0"/>
          </a:p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565" dirty="0">
                <a:solidFill>
                  <a:schemeClr val="dk1"/>
                </a:solidFill>
                <a:latin typeface="HeadLineA"/>
                <a:ea typeface="HeadLineA"/>
                <a:sym typeface="HeadLineA"/>
              </a:rPr>
              <a:t>B2</a:t>
            </a:r>
            <a:endParaRPr dirty="0"/>
          </a:p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565" dirty="0">
                <a:solidFill>
                  <a:schemeClr val="dk1"/>
                </a:solidFill>
                <a:latin typeface="HeadLineA"/>
                <a:ea typeface="HeadLineA"/>
                <a:cs typeface="HeadLineA"/>
                <a:sym typeface="HeadLineA"/>
              </a:rPr>
              <a:t>B4</a:t>
            </a:r>
            <a:endParaRPr dirty="0"/>
          </a:p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565" dirty="0">
                <a:solidFill>
                  <a:schemeClr val="dk1"/>
                </a:solidFill>
                <a:latin typeface="HeadLineA"/>
                <a:ea typeface="HeadLineA"/>
                <a:sym typeface="HeadLineA"/>
              </a:rPr>
              <a:t>B6</a:t>
            </a:r>
            <a:endParaRPr dirty="0"/>
          </a:p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565" dirty="0">
                <a:solidFill>
                  <a:schemeClr val="dk1"/>
                </a:solidFill>
                <a:latin typeface="HeadLineA"/>
                <a:ea typeface="HeadLineA"/>
                <a:sym typeface="HeadLineA"/>
              </a:rPr>
              <a:t>B8</a:t>
            </a:r>
          </a:p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565" dirty="0">
                <a:solidFill>
                  <a:schemeClr val="dk1"/>
                </a:solidFill>
                <a:latin typeface="HeadLineA"/>
                <a:ea typeface="HeadLineA"/>
                <a:sym typeface="HeadLineA"/>
              </a:rPr>
              <a:t>DTCLK</a:t>
            </a:r>
            <a:endParaRPr dirty="0"/>
          </a:p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565" dirty="0">
                <a:solidFill>
                  <a:schemeClr val="dk1"/>
                </a:solidFill>
                <a:latin typeface="HeadLineA"/>
                <a:ea typeface="HeadLineA"/>
                <a:cs typeface="HeadLineA"/>
                <a:sym typeface="HeadLineA"/>
              </a:rPr>
              <a:t>IOVDD</a:t>
            </a:r>
            <a:endParaRPr dirty="0"/>
          </a:p>
        </p:txBody>
      </p:sp>
      <p:sp>
        <p:nvSpPr>
          <p:cNvPr id="27" name="Google Shape;3962;p51">
            <a:extLst>
              <a:ext uri="{FF2B5EF4-FFF2-40B4-BE49-F238E27FC236}">
                <a16:creationId xmlns:a16="http://schemas.microsoft.com/office/drawing/2014/main" id="{1BD1DB03-65E1-E84A-12EE-1E5E5BD438F9}"/>
              </a:ext>
            </a:extLst>
          </p:cNvPr>
          <p:cNvSpPr txBox="1"/>
          <p:nvPr/>
        </p:nvSpPr>
        <p:spPr>
          <a:xfrm>
            <a:off x="1999878" y="1654120"/>
            <a:ext cx="396887" cy="122260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565" dirty="0">
                <a:solidFill>
                  <a:schemeClr val="dk1"/>
                </a:solidFill>
                <a:latin typeface="HeadLineA"/>
                <a:ea typeface="HeadLineA"/>
                <a:sym typeface="HeadLineA"/>
              </a:rPr>
              <a:t>G3</a:t>
            </a:r>
            <a:endParaRPr dirty="0"/>
          </a:p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565" dirty="0">
                <a:solidFill>
                  <a:schemeClr val="dk1"/>
                </a:solidFill>
                <a:latin typeface="HeadLineA"/>
                <a:ea typeface="HeadLineA"/>
                <a:sym typeface="HeadLineA"/>
              </a:rPr>
              <a:t>G5</a:t>
            </a:r>
            <a:endParaRPr dirty="0"/>
          </a:p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565" dirty="0">
                <a:solidFill>
                  <a:schemeClr val="dk1"/>
                </a:solidFill>
                <a:latin typeface="HeadLineA"/>
                <a:ea typeface="HeadLineA"/>
                <a:sym typeface="HeadLineA"/>
              </a:rPr>
              <a:t>G7</a:t>
            </a:r>
            <a:endParaRPr dirty="0"/>
          </a:p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565" dirty="0">
                <a:solidFill>
                  <a:schemeClr val="dk1"/>
                </a:solidFill>
                <a:latin typeface="HeadLineA"/>
                <a:ea typeface="HeadLineA"/>
                <a:sym typeface="HeadLineA"/>
              </a:rPr>
              <a:t>G9</a:t>
            </a:r>
            <a:endParaRPr dirty="0"/>
          </a:p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565" dirty="0">
                <a:solidFill>
                  <a:schemeClr val="dk1"/>
                </a:solidFill>
                <a:latin typeface="HeadLineA"/>
                <a:ea typeface="HeadLineA"/>
                <a:sym typeface="HeadLineA"/>
              </a:rPr>
              <a:t>IOVDD</a:t>
            </a:r>
            <a:endParaRPr dirty="0"/>
          </a:p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565" dirty="0">
                <a:solidFill>
                  <a:schemeClr val="dk1"/>
                </a:solidFill>
                <a:latin typeface="HeadLineA"/>
                <a:ea typeface="HeadLineA"/>
                <a:sym typeface="HeadLineA"/>
              </a:rPr>
              <a:t>DVDD</a:t>
            </a:r>
            <a:endParaRPr dirty="0"/>
          </a:p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565" dirty="0">
                <a:solidFill>
                  <a:schemeClr val="dk1"/>
                </a:solidFill>
                <a:latin typeface="HeadLineA"/>
                <a:ea typeface="HeadLineA"/>
                <a:sym typeface="HeadLineA"/>
              </a:rPr>
              <a:t>B1</a:t>
            </a:r>
            <a:endParaRPr dirty="0"/>
          </a:p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565" dirty="0">
                <a:solidFill>
                  <a:schemeClr val="dk1"/>
                </a:solidFill>
                <a:latin typeface="HeadLineA"/>
                <a:ea typeface="HeadLineA"/>
                <a:cs typeface="HeadLineA"/>
                <a:sym typeface="HeadLineA"/>
              </a:rPr>
              <a:t>B3</a:t>
            </a:r>
            <a:endParaRPr dirty="0"/>
          </a:p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565" dirty="0">
                <a:solidFill>
                  <a:schemeClr val="dk1"/>
                </a:solidFill>
                <a:latin typeface="HeadLineA"/>
                <a:ea typeface="HeadLineA"/>
                <a:sym typeface="HeadLineA"/>
              </a:rPr>
              <a:t>B5</a:t>
            </a:r>
            <a:endParaRPr dirty="0"/>
          </a:p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565" dirty="0">
                <a:solidFill>
                  <a:schemeClr val="dk1"/>
                </a:solidFill>
                <a:latin typeface="HeadLineA"/>
                <a:ea typeface="HeadLineA"/>
                <a:sym typeface="HeadLineA"/>
              </a:rPr>
              <a:t>B7</a:t>
            </a:r>
            <a:endParaRPr dirty="0"/>
          </a:p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565" dirty="0">
                <a:solidFill>
                  <a:schemeClr val="dk1"/>
                </a:solidFill>
                <a:latin typeface="HeadLineA"/>
                <a:ea typeface="HeadLineA"/>
                <a:cs typeface="HeadLineA"/>
                <a:sym typeface="HeadLineA"/>
              </a:rPr>
              <a:t>B9</a:t>
            </a:r>
            <a:endParaRPr dirty="0"/>
          </a:p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565" dirty="0">
                <a:solidFill>
                  <a:schemeClr val="dk1"/>
                </a:solidFill>
                <a:latin typeface="HeadLineA"/>
                <a:ea typeface="HeadLineA"/>
                <a:cs typeface="HeadLineA"/>
                <a:sym typeface="HeadLineA"/>
              </a:rPr>
              <a:t>IOGND</a:t>
            </a:r>
            <a:endParaRPr dirty="0"/>
          </a:p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565" dirty="0">
                <a:solidFill>
                  <a:schemeClr val="dk1"/>
                </a:solidFill>
                <a:latin typeface="HeadLineA"/>
                <a:ea typeface="HeadLineA"/>
                <a:cs typeface="HeadLineA"/>
                <a:sym typeface="HeadLineA"/>
              </a:rPr>
              <a:t>-</a:t>
            </a:r>
            <a:endParaRPr dirty="0"/>
          </a:p>
        </p:txBody>
      </p:sp>
      <p:grpSp>
        <p:nvGrpSpPr>
          <p:cNvPr id="28" name="Google Shape;3963;p51">
            <a:extLst>
              <a:ext uri="{FF2B5EF4-FFF2-40B4-BE49-F238E27FC236}">
                <a16:creationId xmlns:a16="http://schemas.microsoft.com/office/drawing/2014/main" id="{7194F43D-7DEA-E855-1BB8-61940855DC82}"/>
              </a:ext>
            </a:extLst>
          </p:cNvPr>
          <p:cNvGrpSpPr/>
          <p:nvPr/>
        </p:nvGrpSpPr>
        <p:grpSpPr>
          <a:xfrm>
            <a:off x="2499307" y="1647704"/>
            <a:ext cx="344916" cy="1225810"/>
            <a:chOff x="5407550" y="3283280"/>
            <a:chExt cx="344916" cy="1225810"/>
          </a:xfrm>
        </p:grpSpPr>
        <p:sp>
          <p:nvSpPr>
            <p:cNvPr id="29" name="Google Shape;3964;p51">
              <a:extLst>
                <a:ext uri="{FF2B5EF4-FFF2-40B4-BE49-F238E27FC236}">
                  <a16:creationId xmlns:a16="http://schemas.microsoft.com/office/drawing/2014/main" id="{E50C5963-5AC8-F9F7-27EB-68380B53AC6B}"/>
                </a:ext>
              </a:extLst>
            </p:cNvPr>
            <p:cNvSpPr txBox="1"/>
            <p:nvPr/>
          </p:nvSpPr>
          <p:spPr>
            <a:xfrm>
              <a:off x="5510092" y="3283280"/>
              <a:ext cx="242374" cy="1222602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 marL="0" marR="0" lvl="0" indent="0" algn="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565" dirty="0">
                  <a:solidFill>
                    <a:schemeClr val="dk1"/>
                  </a:solidFill>
                  <a:latin typeface="HeadLineA"/>
                  <a:ea typeface="HeadLineA"/>
                  <a:sym typeface="HeadLineA"/>
                </a:rPr>
                <a:t>50</a:t>
              </a:r>
            </a:p>
            <a:p>
              <a:pPr marL="0" marR="0" lvl="0" indent="0" algn="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565" dirty="0">
                  <a:solidFill>
                    <a:schemeClr val="dk1"/>
                  </a:solidFill>
                  <a:latin typeface="HeadLineA"/>
                  <a:ea typeface="HeadLineA"/>
                  <a:sym typeface="HeadLineA"/>
                </a:rPr>
                <a:t>48</a:t>
              </a:r>
              <a:endParaRPr dirty="0"/>
            </a:p>
            <a:p>
              <a:pPr marL="0" marR="0" lvl="0" indent="0" algn="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565" dirty="0">
                  <a:solidFill>
                    <a:schemeClr val="dk1"/>
                  </a:solidFill>
                  <a:latin typeface="HeadLineA"/>
                  <a:ea typeface="HeadLineA"/>
                  <a:sym typeface="HeadLineA"/>
                </a:rPr>
                <a:t>46</a:t>
              </a:r>
              <a:endParaRPr dirty="0"/>
            </a:p>
            <a:p>
              <a:pPr marL="0" marR="0" lvl="0" indent="0" algn="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565" dirty="0">
                  <a:solidFill>
                    <a:schemeClr val="dk1"/>
                  </a:solidFill>
                  <a:latin typeface="HeadLineA"/>
                  <a:ea typeface="HeadLineA"/>
                  <a:sym typeface="HeadLineA"/>
                </a:rPr>
                <a:t>44</a:t>
              </a:r>
              <a:endParaRPr dirty="0"/>
            </a:p>
            <a:p>
              <a:pPr marL="0" marR="0" lvl="0" indent="0" algn="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565" dirty="0">
                  <a:solidFill>
                    <a:schemeClr val="dk1"/>
                  </a:solidFill>
                  <a:latin typeface="HeadLineA"/>
                  <a:ea typeface="HeadLineA"/>
                  <a:sym typeface="HeadLineA"/>
                </a:rPr>
                <a:t>42</a:t>
              </a:r>
              <a:endParaRPr dirty="0"/>
            </a:p>
            <a:p>
              <a:pPr marL="0" marR="0" lvl="0" indent="0" algn="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565" dirty="0">
                  <a:solidFill>
                    <a:schemeClr val="dk1"/>
                  </a:solidFill>
                  <a:latin typeface="HeadLineA"/>
                  <a:ea typeface="HeadLineA"/>
                  <a:sym typeface="HeadLineA"/>
                </a:rPr>
                <a:t>40</a:t>
              </a:r>
              <a:endParaRPr dirty="0"/>
            </a:p>
            <a:p>
              <a:pPr marL="0" marR="0" lvl="0" indent="0" algn="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565" dirty="0">
                  <a:solidFill>
                    <a:schemeClr val="dk1"/>
                  </a:solidFill>
                  <a:latin typeface="HeadLineA"/>
                  <a:ea typeface="HeadLineA"/>
                  <a:cs typeface="HeadLineA"/>
                  <a:sym typeface="HeadLineA"/>
                </a:rPr>
                <a:t>38</a:t>
              </a:r>
            </a:p>
            <a:p>
              <a:pPr marL="0" marR="0" lvl="0" indent="0" algn="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565" dirty="0">
                  <a:solidFill>
                    <a:schemeClr val="dk1"/>
                  </a:solidFill>
                  <a:latin typeface="HeadLineA"/>
                  <a:ea typeface="HeadLineA"/>
                  <a:cs typeface="HeadLineA"/>
                  <a:sym typeface="HeadLineA"/>
                </a:rPr>
                <a:t>36</a:t>
              </a:r>
              <a:endParaRPr dirty="0"/>
            </a:p>
            <a:p>
              <a:pPr marL="0" marR="0" lvl="0" indent="0" algn="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565" dirty="0">
                  <a:solidFill>
                    <a:schemeClr val="dk1"/>
                  </a:solidFill>
                  <a:latin typeface="HeadLineA"/>
                  <a:ea typeface="HeadLineA"/>
                  <a:sym typeface="HeadLineA"/>
                </a:rPr>
                <a:t>34</a:t>
              </a:r>
              <a:endParaRPr dirty="0"/>
            </a:p>
            <a:p>
              <a:pPr marL="0" marR="0" lvl="0" indent="0" algn="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565" dirty="0">
                  <a:solidFill>
                    <a:schemeClr val="dk1"/>
                  </a:solidFill>
                  <a:latin typeface="HeadLineA"/>
                  <a:ea typeface="HeadLineA"/>
                  <a:sym typeface="HeadLineA"/>
                </a:rPr>
                <a:t>32</a:t>
              </a:r>
              <a:endParaRPr dirty="0"/>
            </a:p>
            <a:p>
              <a:pPr marL="0" marR="0" lvl="0" indent="0" algn="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565" dirty="0">
                  <a:solidFill>
                    <a:schemeClr val="dk1"/>
                  </a:solidFill>
                  <a:latin typeface="HeadLineA"/>
                  <a:ea typeface="HeadLineA"/>
                  <a:sym typeface="HeadLineA"/>
                </a:rPr>
                <a:t>30</a:t>
              </a:r>
              <a:endParaRPr dirty="0"/>
            </a:p>
            <a:p>
              <a:pPr marL="0" marR="0" lvl="0" indent="0" algn="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565" dirty="0">
                  <a:solidFill>
                    <a:schemeClr val="dk1"/>
                  </a:solidFill>
                  <a:latin typeface="HeadLineA"/>
                  <a:ea typeface="HeadLineA"/>
                  <a:cs typeface="HeadLineA"/>
                  <a:sym typeface="HeadLineA"/>
                </a:rPr>
                <a:t>28</a:t>
              </a:r>
              <a:endParaRPr dirty="0"/>
            </a:p>
            <a:p>
              <a:pPr marL="0" marR="0" lvl="0" indent="0" algn="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565" dirty="0">
                  <a:solidFill>
                    <a:schemeClr val="dk1"/>
                  </a:solidFill>
                  <a:latin typeface="HeadLineA"/>
                  <a:ea typeface="HeadLineA"/>
                  <a:cs typeface="HeadLineA"/>
                  <a:sym typeface="HeadLineA"/>
                </a:rPr>
                <a:t>26</a:t>
              </a:r>
              <a:endParaRPr dirty="0"/>
            </a:p>
          </p:txBody>
        </p:sp>
        <p:sp>
          <p:nvSpPr>
            <p:cNvPr id="30" name="Google Shape;3965;p51">
              <a:extLst>
                <a:ext uri="{FF2B5EF4-FFF2-40B4-BE49-F238E27FC236}">
                  <a16:creationId xmlns:a16="http://schemas.microsoft.com/office/drawing/2014/main" id="{9496527F-96AA-164F-C59C-5FE3939EFA44}"/>
                </a:ext>
              </a:extLst>
            </p:cNvPr>
            <p:cNvSpPr txBox="1"/>
            <p:nvPr/>
          </p:nvSpPr>
          <p:spPr>
            <a:xfrm>
              <a:off x="5407550" y="3286488"/>
              <a:ext cx="242374" cy="1222602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 marL="0" marR="0" lvl="0" indent="0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565" dirty="0">
                  <a:solidFill>
                    <a:schemeClr val="dk1"/>
                  </a:solidFill>
                  <a:latin typeface="HeadLineA"/>
                  <a:ea typeface="HeadLineA"/>
                  <a:sym typeface="HeadLineA"/>
                </a:rPr>
                <a:t>49</a:t>
              </a:r>
              <a:endParaRPr dirty="0"/>
            </a:p>
            <a:p>
              <a:pPr marL="0" marR="0" lvl="0" indent="0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565" dirty="0">
                  <a:solidFill>
                    <a:schemeClr val="dk1"/>
                  </a:solidFill>
                  <a:latin typeface="HeadLineA"/>
                  <a:ea typeface="HeadLineA"/>
                  <a:sym typeface="HeadLineA"/>
                </a:rPr>
                <a:t>47</a:t>
              </a:r>
              <a:endParaRPr dirty="0"/>
            </a:p>
            <a:p>
              <a:pPr marL="0" marR="0" lvl="0" indent="0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565" dirty="0">
                  <a:solidFill>
                    <a:schemeClr val="dk1"/>
                  </a:solidFill>
                  <a:latin typeface="HeadLineA"/>
                  <a:ea typeface="HeadLineA"/>
                  <a:sym typeface="HeadLineA"/>
                </a:rPr>
                <a:t>45</a:t>
              </a:r>
              <a:endParaRPr dirty="0"/>
            </a:p>
            <a:p>
              <a:pPr marL="0" marR="0" lvl="0" indent="0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565" dirty="0">
                  <a:solidFill>
                    <a:schemeClr val="dk1"/>
                  </a:solidFill>
                  <a:latin typeface="HeadLineA"/>
                  <a:ea typeface="HeadLineA"/>
                  <a:sym typeface="HeadLineA"/>
                </a:rPr>
                <a:t>43</a:t>
              </a:r>
              <a:endParaRPr dirty="0"/>
            </a:p>
            <a:p>
              <a:pPr marL="0" marR="0" lvl="0" indent="0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565" dirty="0">
                  <a:solidFill>
                    <a:schemeClr val="dk1"/>
                  </a:solidFill>
                  <a:latin typeface="HeadLineA"/>
                  <a:ea typeface="HeadLineA"/>
                  <a:sym typeface="HeadLineA"/>
                </a:rPr>
                <a:t>41</a:t>
              </a:r>
              <a:endParaRPr dirty="0"/>
            </a:p>
            <a:p>
              <a:pPr marL="0" marR="0" lvl="0" indent="0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565" dirty="0">
                  <a:solidFill>
                    <a:schemeClr val="dk1"/>
                  </a:solidFill>
                  <a:latin typeface="HeadLineA"/>
                  <a:ea typeface="HeadLineA"/>
                  <a:sym typeface="HeadLineA"/>
                </a:rPr>
                <a:t>39</a:t>
              </a:r>
              <a:endParaRPr dirty="0"/>
            </a:p>
            <a:p>
              <a:pPr marL="0" marR="0" lvl="0" indent="0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565" dirty="0">
                  <a:solidFill>
                    <a:schemeClr val="dk1"/>
                  </a:solidFill>
                  <a:latin typeface="HeadLineA"/>
                  <a:ea typeface="HeadLineA"/>
                  <a:sym typeface="HeadLineA"/>
                </a:rPr>
                <a:t>37</a:t>
              </a:r>
              <a:endParaRPr dirty="0"/>
            </a:p>
            <a:p>
              <a:pPr marL="0" marR="0" lvl="0" indent="0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565" dirty="0">
                  <a:solidFill>
                    <a:schemeClr val="dk1"/>
                  </a:solidFill>
                  <a:latin typeface="HeadLineA"/>
                  <a:ea typeface="HeadLineA"/>
                  <a:sym typeface="HeadLineA"/>
                </a:rPr>
                <a:t>35</a:t>
              </a:r>
              <a:endParaRPr dirty="0"/>
            </a:p>
            <a:p>
              <a:pPr marL="0" marR="0" lvl="0" indent="0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565" dirty="0">
                  <a:solidFill>
                    <a:schemeClr val="dk1"/>
                  </a:solidFill>
                  <a:latin typeface="HeadLineA"/>
                  <a:ea typeface="HeadLineA"/>
                  <a:sym typeface="HeadLineA"/>
                </a:rPr>
                <a:t>33</a:t>
              </a:r>
              <a:endParaRPr dirty="0"/>
            </a:p>
            <a:p>
              <a:pPr marL="0" marR="0" lvl="0" indent="0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565" dirty="0">
                  <a:solidFill>
                    <a:schemeClr val="dk1"/>
                  </a:solidFill>
                  <a:latin typeface="HeadLineA"/>
                  <a:ea typeface="HeadLineA"/>
                  <a:sym typeface="HeadLineA"/>
                </a:rPr>
                <a:t>31</a:t>
              </a:r>
              <a:endParaRPr dirty="0"/>
            </a:p>
            <a:p>
              <a:pPr marL="0" marR="0" lvl="0" indent="0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565" dirty="0">
                  <a:solidFill>
                    <a:schemeClr val="dk1"/>
                  </a:solidFill>
                  <a:latin typeface="HeadLineA"/>
                  <a:ea typeface="HeadLineA"/>
                  <a:cs typeface="HeadLineA"/>
                  <a:sym typeface="HeadLineA"/>
                </a:rPr>
                <a:t>29</a:t>
              </a:r>
              <a:endParaRPr dirty="0"/>
            </a:p>
            <a:p>
              <a:pPr marL="0" marR="0" lvl="0" indent="0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565" dirty="0">
                  <a:solidFill>
                    <a:schemeClr val="dk1"/>
                  </a:solidFill>
                  <a:latin typeface="HeadLineA"/>
                  <a:ea typeface="HeadLineA"/>
                  <a:cs typeface="HeadLineA"/>
                  <a:sym typeface="HeadLineA"/>
                </a:rPr>
                <a:t>27</a:t>
              </a:r>
              <a:br>
                <a:rPr lang="en-US" sz="565" dirty="0">
                  <a:solidFill>
                    <a:schemeClr val="dk1"/>
                  </a:solidFill>
                  <a:latin typeface="HeadLineA"/>
                  <a:ea typeface="HeadLineA"/>
                  <a:cs typeface="HeadLineA"/>
                  <a:sym typeface="HeadLineA"/>
                </a:rPr>
              </a:br>
              <a:r>
                <a:rPr lang="en-US" sz="565" dirty="0">
                  <a:solidFill>
                    <a:schemeClr val="dk1"/>
                  </a:solidFill>
                  <a:latin typeface="HeadLineA"/>
                  <a:ea typeface="HeadLineA"/>
                  <a:cs typeface="HeadLineA"/>
                  <a:sym typeface="HeadLineA"/>
                </a:rPr>
                <a:t>-</a:t>
              </a:r>
            </a:p>
          </p:txBody>
        </p:sp>
        <p:sp>
          <p:nvSpPr>
            <p:cNvPr id="31" name="Google Shape;3966;p51">
              <a:extLst>
                <a:ext uri="{FF2B5EF4-FFF2-40B4-BE49-F238E27FC236}">
                  <a16:creationId xmlns:a16="http://schemas.microsoft.com/office/drawing/2014/main" id="{E24892E8-A49F-461B-02AA-F78F560DBAA1}"/>
                </a:ext>
              </a:extLst>
            </p:cNvPr>
            <p:cNvSpPr/>
            <p:nvPr/>
          </p:nvSpPr>
          <p:spPr>
            <a:xfrm>
              <a:off x="5466802" y="3291340"/>
              <a:ext cx="211420" cy="1182803"/>
            </a:xfrm>
            <a:prstGeom prst="rect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miter lim="800000"/>
              <a:headEnd type="none" w="sm" len="sm"/>
              <a:tailEnd type="none" w="sm" len="sm"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565">
                <a:solidFill>
                  <a:schemeClr val="lt1"/>
                </a:solidFill>
                <a:latin typeface="HeadLineA"/>
                <a:ea typeface="HeadLineA"/>
                <a:cs typeface="HeadLineA"/>
                <a:sym typeface="HeadLineA"/>
              </a:endParaRPr>
            </a:p>
          </p:txBody>
        </p:sp>
      </p:grpSp>
      <p:grpSp>
        <p:nvGrpSpPr>
          <p:cNvPr id="57" name="グループ化 56">
            <a:extLst>
              <a:ext uri="{FF2B5EF4-FFF2-40B4-BE49-F238E27FC236}">
                <a16:creationId xmlns:a16="http://schemas.microsoft.com/office/drawing/2014/main" id="{7B078692-0707-4A03-D442-5147BA560900}"/>
              </a:ext>
            </a:extLst>
          </p:cNvPr>
          <p:cNvGrpSpPr/>
          <p:nvPr/>
        </p:nvGrpSpPr>
        <p:grpSpPr>
          <a:xfrm>
            <a:off x="1269615" y="296997"/>
            <a:ext cx="1574608" cy="1231121"/>
            <a:chOff x="1269615" y="296997"/>
            <a:chExt cx="1574608" cy="1231121"/>
          </a:xfrm>
        </p:grpSpPr>
        <p:sp>
          <p:nvSpPr>
            <p:cNvPr id="43" name="Google Shape;3966;p51">
              <a:extLst>
                <a:ext uri="{FF2B5EF4-FFF2-40B4-BE49-F238E27FC236}">
                  <a16:creationId xmlns:a16="http://schemas.microsoft.com/office/drawing/2014/main" id="{44D77D44-B0C5-4AF0-6CFF-64155E2E7DE0}"/>
                </a:ext>
              </a:extLst>
            </p:cNvPr>
            <p:cNvSpPr/>
            <p:nvPr/>
          </p:nvSpPr>
          <p:spPr>
            <a:xfrm>
              <a:off x="1336460" y="305515"/>
              <a:ext cx="211420" cy="1182803"/>
            </a:xfrm>
            <a:prstGeom prst="rect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miter lim="800000"/>
              <a:headEnd type="none" w="sm" len="sm"/>
              <a:tailEnd type="none" w="sm" len="sm"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565">
                <a:solidFill>
                  <a:schemeClr val="lt1"/>
                </a:solidFill>
                <a:latin typeface="HeadLineA"/>
                <a:ea typeface="HeadLineA"/>
                <a:cs typeface="HeadLineA"/>
                <a:sym typeface="HeadLineA"/>
              </a:endParaRPr>
            </a:p>
          </p:txBody>
        </p:sp>
        <p:sp>
          <p:nvSpPr>
            <p:cNvPr id="20" name="Google Shape;3961;p51">
              <a:extLst>
                <a:ext uri="{FF2B5EF4-FFF2-40B4-BE49-F238E27FC236}">
                  <a16:creationId xmlns:a16="http://schemas.microsoft.com/office/drawing/2014/main" id="{0E92DAF8-777D-4ECA-7DF0-58F51677B4D8}"/>
                </a:ext>
              </a:extLst>
            </p:cNvPr>
            <p:cNvSpPr txBox="1"/>
            <p:nvPr/>
          </p:nvSpPr>
          <p:spPr>
            <a:xfrm>
              <a:off x="2230554" y="305516"/>
              <a:ext cx="396887" cy="1222602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 marL="0" marR="0" lvl="0" indent="0" algn="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565" dirty="0">
                  <a:solidFill>
                    <a:schemeClr val="dk1"/>
                  </a:solidFill>
                  <a:latin typeface="HeadLineA"/>
                  <a:ea typeface="HeadLineA"/>
                  <a:cs typeface="HeadLineA"/>
                  <a:sym typeface="HeadLineA"/>
                </a:rPr>
                <a:t>SOGIN1</a:t>
              </a:r>
            </a:p>
            <a:p>
              <a:pPr marL="0" marR="0" lvl="0" indent="0" algn="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565" dirty="0">
                  <a:solidFill>
                    <a:schemeClr val="dk1"/>
                  </a:solidFill>
                  <a:latin typeface="HeadLineA"/>
                  <a:ea typeface="HeadLineA"/>
                  <a:sym typeface="HeadLineA"/>
                </a:rPr>
                <a:t>AGND</a:t>
              </a:r>
              <a:endParaRPr dirty="0"/>
            </a:p>
            <a:p>
              <a:pPr marL="0" marR="0" lvl="0" indent="0" algn="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565" dirty="0">
                  <a:solidFill>
                    <a:schemeClr val="dk1"/>
                  </a:solidFill>
                  <a:latin typeface="HeadLineA"/>
                  <a:ea typeface="HeadLineA"/>
                  <a:sym typeface="HeadLineA"/>
                </a:rPr>
                <a:t>AGND</a:t>
              </a:r>
              <a:endParaRPr dirty="0"/>
            </a:p>
            <a:p>
              <a:pPr marL="0" marR="0" lvl="0" indent="0" algn="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565" dirty="0">
                  <a:solidFill>
                    <a:schemeClr val="dk1"/>
                  </a:solidFill>
                  <a:latin typeface="HeadLineA"/>
                  <a:ea typeface="HeadLineA"/>
                  <a:cs typeface="HeadLineA"/>
                  <a:sym typeface="HeadLineA"/>
                </a:rPr>
                <a:t>AVDD</a:t>
              </a:r>
              <a:endParaRPr dirty="0"/>
            </a:p>
            <a:p>
              <a:pPr marL="0" marR="0" lvl="0" indent="0" algn="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565" dirty="0">
                  <a:solidFill>
                    <a:schemeClr val="dk1"/>
                  </a:solidFill>
                  <a:latin typeface="HeadLineA"/>
                  <a:ea typeface="HeadLineA"/>
                  <a:cs typeface="HeadLineA"/>
                  <a:sym typeface="HeadLineA"/>
                </a:rPr>
                <a:t>RIN3</a:t>
              </a:r>
              <a:endParaRPr dirty="0"/>
            </a:p>
            <a:p>
              <a:pPr marL="0" marR="0" lvl="0" indent="0" algn="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565" dirty="0">
                  <a:solidFill>
                    <a:schemeClr val="dk1"/>
                  </a:solidFill>
                  <a:latin typeface="HeadLineA"/>
                  <a:ea typeface="HeadLineA"/>
                  <a:cs typeface="HeadLineA"/>
                  <a:sym typeface="HeadLineA"/>
                </a:rPr>
                <a:t>RIN1</a:t>
              </a:r>
            </a:p>
            <a:p>
              <a:pPr marL="0" marR="0" lvl="0" indent="0" algn="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565" dirty="0">
                  <a:solidFill>
                    <a:schemeClr val="dk1"/>
                  </a:solidFill>
                  <a:latin typeface="HeadLineA"/>
                  <a:ea typeface="HeadLineA"/>
                  <a:sym typeface="HeadLineA"/>
                </a:rPr>
                <a:t>A33VDD</a:t>
              </a:r>
              <a:endParaRPr dirty="0"/>
            </a:p>
            <a:p>
              <a:pPr marL="0" marR="0" lvl="0" indent="0" algn="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565" dirty="0">
                  <a:solidFill>
                    <a:schemeClr val="dk1"/>
                  </a:solidFill>
                  <a:latin typeface="HeadLineA"/>
                  <a:ea typeface="HeadLineA"/>
                  <a:cs typeface="HeadLineA"/>
                  <a:sym typeface="HeadLineA"/>
                </a:rPr>
                <a:t>A33GND</a:t>
              </a:r>
              <a:endParaRPr dirty="0"/>
            </a:p>
            <a:p>
              <a:pPr marL="0" marR="0" lvl="0" indent="0" algn="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565" dirty="0">
                  <a:solidFill>
                    <a:schemeClr val="dk1"/>
                  </a:solidFill>
                  <a:latin typeface="HeadLineA"/>
                  <a:ea typeface="HeadLineA"/>
                  <a:cs typeface="HeadLineA"/>
                  <a:sym typeface="HeadLineA"/>
                </a:rPr>
                <a:t>BIN2</a:t>
              </a:r>
              <a:endParaRPr dirty="0"/>
            </a:p>
            <a:p>
              <a:pPr marL="0" marR="0" lvl="0" indent="0" algn="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565" dirty="0">
                  <a:solidFill>
                    <a:schemeClr val="dk1"/>
                  </a:solidFill>
                  <a:latin typeface="HeadLineA"/>
                  <a:ea typeface="HeadLineA"/>
                  <a:cs typeface="HeadLineA"/>
                  <a:sym typeface="HeadLineA"/>
                </a:rPr>
                <a:t>AVDD</a:t>
              </a:r>
              <a:endParaRPr dirty="0"/>
            </a:p>
            <a:p>
              <a:pPr marL="0" marR="0" lvl="0" indent="0" algn="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565" dirty="0">
                  <a:solidFill>
                    <a:schemeClr val="dk1"/>
                  </a:solidFill>
                  <a:latin typeface="HeadLineA"/>
                  <a:ea typeface="HeadLineA"/>
                  <a:cs typeface="HeadLineA"/>
                  <a:sym typeface="HeadLineA"/>
                </a:rPr>
                <a:t>NSUB</a:t>
              </a:r>
              <a:endParaRPr dirty="0"/>
            </a:p>
            <a:p>
              <a:pPr marL="0" marR="0" lvl="0" indent="0" algn="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565" dirty="0">
                  <a:solidFill>
                    <a:schemeClr val="dk1"/>
                  </a:solidFill>
                  <a:latin typeface="HeadLineA"/>
                  <a:ea typeface="HeadLineA"/>
                  <a:sym typeface="HeadLineA"/>
                </a:rPr>
                <a:t>VSOUT</a:t>
              </a:r>
              <a:endParaRPr dirty="0"/>
            </a:p>
            <a:p>
              <a:pPr marL="0" marR="0" lvl="0" indent="0" algn="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565" dirty="0">
                  <a:solidFill>
                    <a:schemeClr val="dk1"/>
                  </a:solidFill>
                  <a:latin typeface="HeadLineA"/>
                  <a:ea typeface="HeadLineA"/>
                  <a:cs typeface="HeadLineA"/>
                  <a:sym typeface="HeadLineA"/>
                </a:rPr>
                <a:t>SOGOUT</a:t>
              </a:r>
              <a:endParaRPr dirty="0"/>
            </a:p>
          </p:txBody>
        </p:sp>
        <p:sp>
          <p:nvSpPr>
            <p:cNvPr id="21" name="Google Shape;3962;p51">
              <a:extLst>
                <a:ext uri="{FF2B5EF4-FFF2-40B4-BE49-F238E27FC236}">
                  <a16:creationId xmlns:a16="http://schemas.microsoft.com/office/drawing/2014/main" id="{AEE36321-62BF-BE29-D3A0-4AB7853D8504}"/>
                </a:ext>
              </a:extLst>
            </p:cNvPr>
            <p:cNvSpPr txBox="1"/>
            <p:nvPr/>
          </p:nvSpPr>
          <p:spPr>
            <a:xfrm>
              <a:off x="2005140" y="305515"/>
              <a:ext cx="396887" cy="1222602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 marL="0" marR="0" lvl="0" indent="0" algn="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565" dirty="0">
                  <a:solidFill>
                    <a:schemeClr val="dk1"/>
                  </a:solidFill>
                  <a:latin typeface="HeadLineA"/>
                  <a:ea typeface="HeadLineA"/>
                  <a:cs typeface="HeadLineA"/>
                  <a:sym typeface="HeadLineA"/>
                </a:rPr>
                <a:t>GIN1</a:t>
              </a:r>
              <a:endParaRPr dirty="0"/>
            </a:p>
            <a:p>
              <a:pPr marL="0" marR="0" lvl="0" indent="0" algn="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565" dirty="0">
                  <a:solidFill>
                    <a:schemeClr val="dk1"/>
                  </a:solidFill>
                  <a:latin typeface="HeadLineA"/>
                  <a:ea typeface="HeadLineA"/>
                  <a:sym typeface="HeadLineA"/>
                </a:rPr>
                <a:t>AVDD</a:t>
              </a:r>
              <a:endParaRPr dirty="0"/>
            </a:p>
            <a:p>
              <a:pPr marL="0" marR="0" lvl="0" indent="0" algn="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565" dirty="0">
                  <a:solidFill>
                    <a:schemeClr val="dk1"/>
                  </a:solidFill>
                  <a:latin typeface="HeadLineA"/>
                  <a:ea typeface="HeadLineA"/>
                  <a:cs typeface="HeadLineA"/>
                  <a:sym typeface="HeadLineA"/>
                </a:rPr>
                <a:t>AVDD</a:t>
              </a:r>
              <a:endParaRPr dirty="0"/>
            </a:p>
            <a:p>
              <a:pPr marL="0" marR="0" lvl="0" indent="0" algn="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565" dirty="0">
                  <a:solidFill>
                    <a:schemeClr val="dk1"/>
                  </a:solidFill>
                  <a:latin typeface="HeadLineA"/>
                  <a:ea typeface="HeadLineA"/>
                  <a:cs typeface="HeadLineA"/>
                  <a:sym typeface="HeadLineA"/>
                </a:rPr>
                <a:t>AGND</a:t>
              </a:r>
              <a:endParaRPr dirty="0"/>
            </a:p>
            <a:p>
              <a:pPr marL="0" marR="0" lvl="0" indent="0" algn="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565" dirty="0">
                  <a:solidFill>
                    <a:schemeClr val="dk1"/>
                  </a:solidFill>
                  <a:latin typeface="HeadLineA"/>
                  <a:ea typeface="HeadLineA"/>
                  <a:cs typeface="HeadLineA"/>
                  <a:sym typeface="HeadLineA"/>
                </a:rPr>
                <a:t>RIN2</a:t>
              </a:r>
              <a:endParaRPr dirty="0"/>
            </a:p>
            <a:p>
              <a:pPr marL="0" marR="0" lvl="0" indent="0" algn="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565" dirty="0">
                  <a:solidFill>
                    <a:schemeClr val="dk1"/>
                  </a:solidFill>
                  <a:latin typeface="HeadLineA"/>
                  <a:ea typeface="HeadLineA"/>
                  <a:sym typeface="HeadLineA"/>
                </a:rPr>
                <a:t>A33GND</a:t>
              </a:r>
              <a:endParaRPr dirty="0"/>
            </a:p>
            <a:p>
              <a:pPr marL="0" marR="0" lvl="0" indent="0" algn="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565" dirty="0">
                  <a:solidFill>
                    <a:schemeClr val="dk1"/>
                  </a:solidFill>
                  <a:latin typeface="HeadLineA"/>
                  <a:ea typeface="HeadLineA"/>
                  <a:cs typeface="HeadLineA"/>
                  <a:sym typeface="HeadLineA"/>
                </a:rPr>
                <a:t>A33VDD</a:t>
              </a:r>
              <a:endParaRPr dirty="0"/>
            </a:p>
            <a:p>
              <a:pPr marL="0" marR="0" lvl="0" indent="0" algn="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565" dirty="0">
                  <a:solidFill>
                    <a:schemeClr val="dk1"/>
                  </a:solidFill>
                  <a:latin typeface="HeadLineA"/>
                  <a:ea typeface="HeadLineA"/>
                  <a:cs typeface="HeadLineA"/>
                  <a:sym typeface="HeadLineA"/>
                </a:rPr>
                <a:t>BIN3</a:t>
              </a:r>
              <a:endParaRPr dirty="0"/>
            </a:p>
            <a:p>
              <a:pPr marL="0" marR="0" lvl="0" indent="0" algn="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565" dirty="0">
                  <a:solidFill>
                    <a:schemeClr val="dk1"/>
                  </a:solidFill>
                  <a:latin typeface="HeadLineA"/>
                  <a:ea typeface="HeadLineA"/>
                  <a:cs typeface="HeadLineA"/>
                  <a:sym typeface="HeadLineA"/>
                </a:rPr>
                <a:t>BIN1</a:t>
              </a:r>
              <a:endParaRPr dirty="0"/>
            </a:p>
            <a:p>
              <a:pPr marL="0" marR="0" lvl="0" indent="0" algn="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565" dirty="0">
                  <a:solidFill>
                    <a:schemeClr val="dk1"/>
                  </a:solidFill>
                  <a:latin typeface="HeadLineA"/>
                  <a:ea typeface="HeadLineA"/>
                  <a:cs typeface="HeadLineA"/>
                  <a:sym typeface="HeadLineA"/>
                </a:rPr>
                <a:t>AGND</a:t>
              </a:r>
              <a:endParaRPr dirty="0"/>
            </a:p>
            <a:p>
              <a:pPr marL="0" marR="0" lvl="0" indent="0" algn="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565" dirty="0">
                  <a:solidFill>
                    <a:schemeClr val="dk1"/>
                  </a:solidFill>
                  <a:latin typeface="HeadLineA"/>
                  <a:ea typeface="HeadLineA"/>
                  <a:cs typeface="HeadLineA"/>
                  <a:sym typeface="HeadLineA"/>
                </a:rPr>
                <a:t>FIDOUT</a:t>
              </a:r>
              <a:endParaRPr dirty="0"/>
            </a:p>
            <a:p>
              <a:pPr marL="0" marR="0" lvl="0" indent="0" algn="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565" dirty="0">
                  <a:solidFill>
                    <a:schemeClr val="dk1"/>
                  </a:solidFill>
                  <a:latin typeface="HeadLineA"/>
                  <a:ea typeface="HeadLineA"/>
                  <a:cs typeface="HeadLineA"/>
                  <a:sym typeface="HeadLineA"/>
                </a:rPr>
                <a:t>HSOUT</a:t>
              </a:r>
              <a:endParaRPr dirty="0"/>
            </a:p>
            <a:p>
              <a:pPr marL="0" marR="0" lvl="0" indent="0" algn="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565" dirty="0">
                  <a:solidFill>
                    <a:schemeClr val="dk1"/>
                  </a:solidFill>
                  <a:latin typeface="HeadLineA"/>
                  <a:ea typeface="HeadLineA"/>
                  <a:cs typeface="HeadLineA"/>
                  <a:sym typeface="HeadLineA"/>
                </a:rPr>
                <a:t>-</a:t>
              </a:r>
              <a:endParaRPr dirty="0"/>
            </a:p>
          </p:txBody>
        </p:sp>
        <p:grpSp>
          <p:nvGrpSpPr>
            <p:cNvPr id="22" name="Google Shape;3963;p51">
              <a:extLst>
                <a:ext uri="{FF2B5EF4-FFF2-40B4-BE49-F238E27FC236}">
                  <a16:creationId xmlns:a16="http://schemas.microsoft.com/office/drawing/2014/main" id="{948D4127-87B2-214C-8516-807FEE23A388}"/>
                </a:ext>
              </a:extLst>
            </p:cNvPr>
            <p:cNvGrpSpPr/>
            <p:nvPr/>
          </p:nvGrpSpPr>
          <p:grpSpPr>
            <a:xfrm>
              <a:off x="2502515" y="305515"/>
              <a:ext cx="341708" cy="1222602"/>
              <a:chOff x="5407550" y="3286488"/>
              <a:chExt cx="341708" cy="1222602"/>
            </a:xfrm>
          </p:grpSpPr>
          <p:sp>
            <p:nvSpPr>
              <p:cNvPr id="23" name="Google Shape;3964;p51">
                <a:extLst>
                  <a:ext uri="{FF2B5EF4-FFF2-40B4-BE49-F238E27FC236}">
                    <a16:creationId xmlns:a16="http://schemas.microsoft.com/office/drawing/2014/main" id="{588FFD45-4E57-80BE-80C5-C40B4C1C4D18}"/>
                  </a:ext>
                </a:extLst>
              </p:cNvPr>
              <p:cNvSpPr txBox="1"/>
              <p:nvPr/>
            </p:nvSpPr>
            <p:spPr>
              <a:xfrm>
                <a:off x="5506884" y="3286488"/>
                <a:ext cx="242374" cy="1222602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spcFirstLastPara="1" wrap="square" lIns="91425" tIns="45700" rIns="91425" bIns="45700" anchor="t" anchorCtr="0">
                <a:spAutoFit/>
              </a:bodyPr>
              <a:lstStyle/>
              <a:p>
                <a:pPr marL="0" marR="0" lvl="0" indent="0" algn="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lang="en-US" sz="565" dirty="0">
                    <a:solidFill>
                      <a:schemeClr val="dk1"/>
                    </a:solidFill>
                    <a:latin typeface="HeadLineA"/>
                    <a:ea typeface="HeadLineA"/>
                    <a:cs typeface="HeadLineA"/>
                    <a:sym typeface="HeadLineA"/>
                  </a:rPr>
                  <a:t>1</a:t>
                </a:r>
                <a:endParaRPr dirty="0"/>
              </a:p>
              <a:p>
                <a:pPr marL="0" marR="0" lvl="0" indent="0" algn="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lang="en-US" sz="565" dirty="0">
                    <a:solidFill>
                      <a:schemeClr val="dk1"/>
                    </a:solidFill>
                    <a:latin typeface="HeadLineA"/>
                    <a:ea typeface="HeadLineA"/>
                    <a:cs typeface="HeadLineA"/>
                    <a:sym typeface="HeadLineA"/>
                  </a:rPr>
                  <a:t>3</a:t>
                </a:r>
                <a:endParaRPr dirty="0"/>
              </a:p>
              <a:p>
                <a:pPr marL="0" marR="0" lvl="0" indent="0" algn="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lang="en-US" sz="565" dirty="0">
                    <a:solidFill>
                      <a:schemeClr val="dk1"/>
                    </a:solidFill>
                    <a:latin typeface="HeadLineA"/>
                    <a:ea typeface="HeadLineA"/>
                    <a:cs typeface="HeadLineA"/>
                    <a:sym typeface="HeadLineA"/>
                  </a:rPr>
                  <a:t>5</a:t>
                </a:r>
                <a:endParaRPr dirty="0"/>
              </a:p>
              <a:p>
                <a:pPr marL="0" marR="0" lvl="0" indent="0" algn="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lang="en-US" sz="565" dirty="0">
                    <a:solidFill>
                      <a:schemeClr val="dk1"/>
                    </a:solidFill>
                    <a:latin typeface="HeadLineA"/>
                    <a:ea typeface="HeadLineA"/>
                    <a:cs typeface="HeadLineA"/>
                    <a:sym typeface="HeadLineA"/>
                  </a:rPr>
                  <a:t>7</a:t>
                </a:r>
                <a:endParaRPr dirty="0"/>
              </a:p>
              <a:p>
                <a:pPr marL="0" marR="0" lvl="0" indent="0" algn="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lang="en-US" sz="565" dirty="0">
                    <a:solidFill>
                      <a:schemeClr val="dk1"/>
                    </a:solidFill>
                    <a:latin typeface="HeadLineA"/>
                    <a:ea typeface="HeadLineA"/>
                    <a:cs typeface="HeadLineA"/>
                    <a:sym typeface="HeadLineA"/>
                  </a:rPr>
                  <a:t>9</a:t>
                </a:r>
                <a:endParaRPr dirty="0"/>
              </a:p>
              <a:p>
                <a:pPr marL="0" marR="0" lvl="0" indent="0" algn="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lang="en-US" sz="565" dirty="0">
                    <a:solidFill>
                      <a:schemeClr val="dk1"/>
                    </a:solidFill>
                    <a:latin typeface="HeadLineA"/>
                    <a:ea typeface="HeadLineA"/>
                    <a:cs typeface="HeadLineA"/>
                    <a:sym typeface="HeadLineA"/>
                  </a:rPr>
                  <a:t>11</a:t>
                </a:r>
                <a:endParaRPr dirty="0"/>
              </a:p>
              <a:p>
                <a:pPr marL="0" marR="0" lvl="0" indent="0" algn="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lang="en-US" sz="565" dirty="0">
                    <a:solidFill>
                      <a:schemeClr val="dk1"/>
                    </a:solidFill>
                    <a:latin typeface="HeadLineA"/>
                    <a:ea typeface="HeadLineA"/>
                    <a:cs typeface="HeadLineA"/>
                    <a:sym typeface="HeadLineA"/>
                  </a:rPr>
                  <a:t>13</a:t>
                </a:r>
                <a:endParaRPr dirty="0"/>
              </a:p>
              <a:p>
                <a:pPr marL="0" marR="0" lvl="0" indent="0" algn="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lang="en-US" sz="565" dirty="0">
                    <a:solidFill>
                      <a:schemeClr val="dk1"/>
                    </a:solidFill>
                    <a:latin typeface="HeadLineA"/>
                    <a:ea typeface="HeadLineA"/>
                    <a:cs typeface="HeadLineA"/>
                    <a:sym typeface="HeadLineA"/>
                  </a:rPr>
                  <a:t>15</a:t>
                </a:r>
                <a:endParaRPr dirty="0"/>
              </a:p>
              <a:p>
                <a:pPr marL="0" marR="0" lvl="0" indent="0" algn="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lang="en-US" sz="565" dirty="0">
                    <a:solidFill>
                      <a:schemeClr val="dk1"/>
                    </a:solidFill>
                    <a:latin typeface="HeadLineA"/>
                    <a:ea typeface="HeadLineA"/>
                    <a:cs typeface="HeadLineA"/>
                    <a:sym typeface="HeadLineA"/>
                  </a:rPr>
                  <a:t>17</a:t>
                </a:r>
                <a:endParaRPr dirty="0"/>
              </a:p>
              <a:p>
                <a:pPr marL="0" marR="0" lvl="0" indent="0" algn="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lang="en-US" sz="565" dirty="0">
                    <a:solidFill>
                      <a:schemeClr val="dk1"/>
                    </a:solidFill>
                    <a:latin typeface="HeadLineA"/>
                    <a:ea typeface="HeadLineA"/>
                    <a:cs typeface="HeadLineA"/>
                    <a:sym typeface="HeadLineA"/>
                  </a:rPr>
                  <a:t>19</a:t>
                </a:r>
                <a:endParaRPr dirty="0"/>
              </a:p>
              <a:p>
                <a:pPr marL="0" marR="0" lvl="0" indent="0" algn="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lang="en-US" sz="565" dirty="0">
                    <a:solidFill>
                      <a:schemeClr val="dk1"/>
                    </a:solidFill>
                    <a:latin typeface="HeadLineA"/>
                    <a:ea typeface="HeadLineA"/>
                    <a:cs typeface="HeadLineA"/>
                    <a:sym typeface="HeadLineA"/>
                  </a:rPr>
                  <a:t>21</a:t>
                </a:r>
                <a:endParaRPr dirty="0"/>
              </a:p>
              <a:p>
                <a:pPr marL="0" marR="0" lvl="0" indent="0" algn="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lang="en-US" sz="565" dirty="0">
                    <a:solidFill>
                      <a:schemeClr val="dk1"/>
                    </a:solidFill>
                    <a:latin typeface="HeadLineA"/>
                    <a:ea typeface="HeadLineA"/>
                    <a:cs typeface="HeadLineA"/>
                    <a:sym typeface="HeadLineA"/>
                  </a:rPr>
                  <a:t>23</a:t>
                </a:r>
                <a:endParaRPr dirty="0"/>
              </a:p>
              <a:p>
                <a:pPr marL="0" marR="0" lvl="0" indent="0" algn="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lang="en-US" sz="565" dirty="0">
                    <a:solidFill>
                      <a:schemeClr val="dk1"/>
                    </a:solidFill>
                    <a:latin typeface="HeadLineA"/>
                    <a:ea typeface="HeadLineA"/>
                    <a:cs typeface="HeadLineA"/>
                    <a:sym typeface="HeadLineA"/>
                  </a:rPr>
                  <a:t>25</a:t>
                </a:r>
                <a:endParaRPr dirty="0"/>
              </a:p>
            </p:txBody>
          </p:sp>
          <p:sp>
            <p:nvSpPr>
              <p:cNvPr id="24" name="Google Shape;3965;p51">
                <a:extLst>
                  <a:ext uri="{FF2B5EF4-FFF2-40B4-BE49-F238E27FC236}">
                    <a16:creationId xmlns:a16="http://schemas.microsoft.com/office/drawing/2014/main" id="{EE7498DE-1C6A-49DC-774D-5EAF4A49D30B}"/>
                  </a:ext>
                </a:extLst>
              </p:cNvPr>
              <p:cNvSpPr txBox="1"/>
              <p:nvPr/>
            </p:nvSpPr>
            <p:spPr>
              <a:xfrm>
                <a:off x="5407550" y="3286488"/>
                <a:ext cx="242374" cy="1222602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spcFirstLastPara="1" wrap="square" lIns="91425" tIns="45700" rIns="91425" bIns="45700" anchor="t" anchorCtr="0">
                <a:spAutoFit/>
              </a:bodyPr>
              <a:lstStyle/>
              <a:p>
                <a:pPr marL="0" marR="0" lvl="0" indent="0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lang="en-US" sz="565" dirty="0">
                    <a:solidFill>
                      <a:schemeClr val="dk1"/>
                    </a:solidFill>
                    <a:latin typeface="HeadLineA"/>
                    <a:ea typeface="HeadLineA"/>
                    <a:cs typeface="HeadLineA"/>
                    <a:sym typeface="HeadLineA"/>
                  </a:rPr>
                  <a:t>2</a:t>
                </a:r>
                <a:endParaRPr dirty="0"/>
              </a:p>
              <a:p>
                <a:pPr marL="0" marR="0" lvl="0" indent="0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lang="en-US" sz="565" dirty="0">
                    <a:solidFill>
                      <a:schemeClr val="dk1"/>
                    </a:solidFill>
                    <a:latin typeface="HeadLineA"/>
                    <a:ea typeface="HeadLineA"/>
                    <a:cs typeface="HeadLineA"/>
                    <a:sym typeface="HeadLineA"/>
                  </a:rPr>
                  <a:t>4</a:t>
                </a:r>
                <a:endParaRPr dirty="0"/>
              </a:p>
              <a:p>
                <a:pPr marL="0" marR="0" lvl="0" indent="0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lang="en-US" sz="565" dirty="0">
                    <a:solidFill>
                      <a:schemeClr val="dk1"/>
                    </a:solidFill>
                    <a:latin typeface="HeadLineA"/>
                    <a:ea typeface="HeadLineA"/>
                    <a:cs typeface="HeadLineA"/>
                    <a:sym typeface="HeadLineA"/>
                  </a:rPr>
                  <a:t>6</a:t>
                </a:r>
                <a:endParaRPr dirty="0"/>
              </a:p>
              <a:p>
                <a:pPr marL="0" marR="0" lvl="0" indent="0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lang="en-US" sz="565" dirty="0">
                    <a:solidFill>
                      <a:schemeClr val="dk1"/>
                    </a:solidFill>
                    <a:latin typeface="HeadLineA"/>
                    <a:ea typeface="HeadLineA"/>
                    <a:cs typeface="HeadLineA"/>
                    <a:sym typeface="HeadLineA"/>
                  </a:rPr>
                  <a:t>8</a:t>
                </a:r>
                <a:endParaRPr dirty="0"/>
              </a:p>
              <a:p>
                <a:pPr marL="0" marR="0" lvl="0" indent="0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lang="en-US" sz="565" dirty="0">
                    <a:solidFill>
                      <a:schemeClr val="dk1"/>
                    </a:solidFill>
                    <a:latin typeface="HeadLineA"/>
                    <a:ea typeface="HeadLineA"/>
                    <a:cs typeface="HeadLineA"/>
                    <a:sym typeface="HeadLineA"/>
                  </a:rPr>
                  <a:t>10</a:t>
                </a:r>
                <a:endParaRPr dirty="0"/>
              </a:p>
              <a:p>
                <a:pPr marL="0" marR="0" lvl="0" indent="0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lang="en-US" sz="565" dirty="0">
                    <a:solidFill>
                      <a:schemeClr val="dk1"/>
                    </a:solidFill>
                    <a:latin typeface="HeadLineA"/>
                    <a:ea typeface="HeadLineA"/>
                    <a:cs typeface="HeadLineA"/>
                    <a:sym typeface="HeadLineA"/>
                  </a:rPr>
                  <a:t>12</a:t>
                </a:r>
                <a:endParaRPr dirty="0"/>
              </a:p>
              <a:p>
                <a:pPr marL="0" marR="0" lvl="0" indent="0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lang="en-US" sz="565" dirty="0">
                    <a:solidFill>
                      <a:schemeClr val="dk1"/>
                    </a:solidFill>
                    <a:latin typeface="HeadLineA"/>
                    <a:ea typeface="HeadLineA"/>
                    <a:cs typeface="HeadLineA"/>
                    <a:sym typeface="HeadLineA"/>
                  </a:rPr>
                  <a:t>14</a:t>
                </a:r>
                <a:endParaRPr dirty="0"/>
              </a:p>
              <a:p>
                <a:pPr marL="0" marR="0" lvl="0" indent="0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lang="en-US" sz="565" dirty="0">
                    <a:solidFill>
                      <a:schemeClr val="dk1"/>
                    </a:solidFill>
                    <a:latin typeface="HeadLineA"/>
                    <a:ea typeface="HeadLineA"/>
                    <a:cs typeface="HeadLineA"/>
                    <a:sym typeface="HeadLineA"/>
                  </a:rPr>
                  <a:t>16</a:t>
                </a:r>
                <a:endParaRPr dirty="0"/>
              </a:p>
              <a:p>
                <a:pPr marL="0" marR="0" lvl="0" indent="0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lang="en-US" sz="565" dirty="0">
                    <a:solidFill>
                      <a:schemeClr val="dk1"/>
                    </a:solidFill>
                    <a:latin typeface="HeadLineA"/>
                    <a:ea typeface="HeadLineA"/>
                    <a:cs typeface="HeadLineA"/>
                    <a:sym typeface="HeadLineA"/>
                  </a:rPr>
                  <a:t>18</a:t>
                </a:r>
                <a:endParaRPr dirty="0"/>
              </a:p>
              <a:p>
                <a:pPr marL="0" marR="0" lvl="0" indent="0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lang="en-US" sz="565" dirty="0">
                    <a:solidFill>
                      <a:schemeClr val="dk1"/>
                    </a:solidFill>
                    <a:latin typeface="HeadLineA"/>
                    <a:ea typeface="HeadLineA"/>
                    <a:cs typeface="HeadLineA"/>
                    <a:sym typeface="HeadLineA"/>
                  </a:rPr>
                  <a:t>20</a:t>
                </a:r>
                <a:endParaRPr dirty="0"/>
              </a:p>
              <a:p>
                <a:pPr marL="0" marR="0" lvl="0" indent="0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lang="en-US" sz="565" dirty="0">
                    <a:solidFill>
                      <a:schemeClr val="dk1"/>
                    </a:solidFill>
                    <a:latin typeface="HeadLineA"/>
                    <a:ea typeface="HeadLineA"/>
                    <a:cs typeface="HeadLineA"/>
                    <a:sym typeface="HeadLineA"/>
                  </a:rPr>
                  <a:t>22</a:t>
                </a:r>
                <a:endParaRPr dirty="0"/>
              </a:p>
              <a:p>
                <a:pPr marL="0" marR="0" lvl="0" indent="0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lang="en-US" sz="565" dirty="0">
                    <a:solidFill>
                      <a:schemeClr val="dk1"/>
                    </a:solidFill>
                    <a:latin typeface="HeadLineA"/>
                    <a:ea typeface="HeadLineA"/>
                    <a:cs typeface="HeadLineA"/>
                    <a:sym typeface="HeadLineA"/>
                  </a:rPr>
                  <a:t>24</a:t>
                </a:r>
                <a:br>
                  <a:rPr lang="en-US" sz="565" dirty="0">
                    <a:solidFill>
                      <a:schemeClr val="dk1"/>
                    </a:solidFill>
                    <a:latin typeface="HeadLineA"/>
                    <a:ea typeface="HeadLineA"/>
                    <a:cs typeface="HeadLineA"/>
                    <a:sym typeface="HeadLineA"/>
                  </a:rPr>
                </a:br>
                <a:r>
                  <a:rPr lang="en-US" sz="565" dirty="0">
                    <a:solidFill>
                      <a:schemeClr val="dk1"/>
                    </a:solidFill>
                    <a:latin typeface="HeadLineA"/>
                    <a:ea typeface="HeadLineA"/>
                    <a:cs typeface="HeadLineA"/>
                    <a:sym typeface="HeadLineA"/>
                  </a:rPr>
                  <a:t>-</a:t>
                </a:r>
              </a:p>
            </p:txBody>
          </p:sp>
          <p:sp>
            <p:nvSpPr>
              <p:cNvPr id="25" name="Google Shape;3966;p51">
                <a:extLst>
                  <a:ext uri="{FF2B5EF4-FFF2-40B4-BE49-F238E27FC236}">
                    <a16:creationId xmlns:a16="http://schemas.microsoft.com/office/drawing/2014/main" id="{3D25ADCB-4E44-ED1F-65DA-8B070D7A594B}"/>
                  </a:ext>
                </a:extLst>
              </p:cNvPr>
              <p:cNvSpPr/>
              <p:nvPr/>
            </p:nvSpPr>
            <p:spPr>
              <a:xfrm>
                <a:off x="5466802" y="3291340"/>
                <a:ext cx="211420" cy="1182803"/>
              </a:xfrm>
              <a:prstGeom prst="rect">
                <a:avLst/>
              </a:prstGeom>
              <a:noFill/>
              <a:ln w="9525" cap="flat" cmpd="sng">
                <a:solidFill>
                  <a:schemeClr val="dk1"/>
                </a:solidFill>
                <a:prstDash val="solid"/>
                <a:miter lim="800000"/>
                <a:headEnd type="none" w="sm" len="sm"/>
                <a:tailEnd type="none" w="sm" len="sm"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565">
                  <a:solidFill>
                    <a:schemeClr val="lt1"/>
                  </a:solidFill>
                  <a:latin typeface="HeadLineA"/>
                  <a:ea typeface="HeadLineA"/>
                  <a:cs typeface="HeadLineA"/>
                  <a:sym typeface="HeadLineA"/>
                </a:endParaRPr>
              </a:p>
            </p:txBody>
          </p:sp>
        </p:grpSp>
        <p:sp>
          <p:nvSpPr>
            <p:cNvPr id="38" name="Google Shape;3961;p51">
              <a:extLst>
                <a:ext uri="{FF2B5EF4-FFF2-40B4-BE49-F238E27FC236}">
                  <a16:creationId xmlns:a16="http://schemas.microsoft.com/office/drawing/2014/main" id="{459272F3-0E44-002E-8F66-256BB2F1842C}"/>
                </a:ext>
              </a:extLst>
            </p:cNvPr>
            <p:cNvSpPr txBox="1"/>
            <p:nvPr/>
          </p:nvSpPr>
          <p:spPr>
            <a:xfrm>
              <a:off x="1482064" y="300664"/>
              <a:ext cx="396887" cy="1222602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 marL="0" marR="0" lvl="0" indent="0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565" dirty="0">
                  <a:solidFill>
                    <a:schemeClr val="dk1"/>
                  </a:solidFill>
                  <a:latin typeface="HeadLineA"/>
                  <a:ea typeface="HeadLineA"/>
                  <a:sym typeface="HeadLineA"/>
                </a:rPr>
                <a:t>SDA</a:t>
              </a:r>
            </a:p>
            <a:p>
              <a:pPr marL="0" marR="0" lvl="0" indent="0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565" dirty="0">
                  <a:solidFill>
                    <a:schemeClr val="dk1"/>
                  </a:solidFill>
                  <a:latin typeface="HeadLineA"/>
                  <a:ea typeface="HeadLineA"/>
                  <a:sym typeface="HeadLineA"/>
                </a:rPr>
                <a:t>I2CA</a:t>
              </a:r>
            </a:p>
            <a:p>
              <a:pPr marL="0" marR="0" lvl="0" indent="0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565" dirty="0">
                  <a:solidFill>
                    <a:schemeClr val="dk1"/>
                  </a:solidFill>
                  <a:latin typeface="HeadLineA"/>
                  <a:ea typeface="HeadLineA"/>
                  <a:sym typeface="HeadLineA"/>
                </a:rPr>
                <a:t>RESETB</a:t>
              </a:r>
            </a:p>
            <a:p>
              <a:pPr marL="0" marR="0" lvl="0" indent="0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565" dirty="0">
                  <a:solidFill>
                    <a:schemeClr val="dk1"/>
                  </a:solidFill>
                  <a:latin typeface="HeadLineA"/>
                  <a:ea typeface="HeadLineA"/>
                  <a:sym typeface="HeadLineA"/>
                </a:rPr>
                <a:t>DVDD</a:t>
              </a:r>
            </a:p>
            <a:p>
              <a:pPr marL="0" marR="0" lvl="0" indent="0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565" dirty="0">
                  <a:solidFill>
                    <a:schemeClr val="dk1"/>
                  </a:solidFill>
                  <a:latin typeface="HeadLineA"/>
                  <a:ea typeface="HeadLineA"/>
                  <a:sym typeface="HeadLineA"/>
                </a:rPr>
                <a:t>IOGND</a:t>
              </a:r>
            </a:p>
            <a:p>
              <a:pPr marL="0" marR="0" lvl="0" indent="0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565" dirty="0">
                  <a:solidFill>
                    <a:schemeClr val="dk1"/>
                  </a:solidFill>
                  <a:latin typeface="HeadLineA"/>
                  <a:ea typeface="HeadLineA"/>
                  <a:sym typeface="HeadLineA"/>
                </a:rPr>
                <a:t>R0</a:t>
              </a:r>
            </a:p>
            <a:p>
              <a:pPr marL="0" marR="0" lvl="0" indent="0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565" dirty="0">
                  <a:solidFill>
                    <a:schemeClr val="dk1"/>
                  </a:solidFill>
                  <a:latin typeface="HeadLineA"/>
                  <a:ea typeface="HeadLineA"/>
                  <a:sym typeface="HeadLineA"/>
                </a:rPr>
                <a:t>R2</a:t>
              </a:r>
            </a:p>
            <a:p>
              <a:pPr marL="0" marR="0" lvl="0" indent="0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565" dirty="0">
                  <a:solidFill>
                    <a:schemeClr val="dk1"/>
                  </a:solidFill>
                  <a:latin typeface="HeadLineA"/>
                  <a:ea typeface="HeadLineA"/>
                  <a:sym typeface="HeadLineA"/>
                </a:rPr>
                <a:t>R4</a:t>
              </a:r>
            </a:p>
            <a:p>
              <a:pPr marL="0" marR="0" lvl="0" indent="0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565" dirty="0">
                  <a:solidFill>
                    <a:schemeClr val="dk1"/>
                  </a:solidFill>
                  <a:latin typeface="HeadLineA"/>
                  <a:ea typeface="HeadLineA"/>
                  <a:sym typeface="HeadLineA"/>
                </a:rPr>
                <a:t>R5</a:t>
              </a:r>
            </a:p>
            <a:p>
              <a:pPr marL="0" marR="0" lvl="0" indent="0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565" dirty="0">
                  <a:solidFill>
                    <a:schemeClr val="dk1"/>
                  </a:solidFill>
                  <a:latin typeface="HeadLineA"/>
                  <a:ea typeface="HeadLineA"/>
                  <a:sym typeface="HeadLineA"/>
                </a:rPr>
                <a:t>R7</a:t>
              </a:r>
            </a:p>
            <a:p>
              <a:pPr marL="0" marR="0" lvl="0" indent="0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565" dirty="0">
                  <a:solidFill>
                    <a:schemeClr val="dk1"/>
                  </a:solidFill>
                  <a:latin typeface="HeadLineA"/>
                  <a:ea typeface="HeadLineA"/>
                  <a:sym typeface="HeadLineA"/>
                </a:rPr>
                <a:t>R9</a:t>
              </a:r>
            </a:p>
            <a:p>
              <a:pPr marL="0" marR="0" lvl="0" indent="0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565" dirty="0">
                  <a:solidFill>
                    <a:schemeClr val="dk1"/>
                  </a:solidFill>
                  <a:latin typeface="HeadLineA"/>
                  <a:ea typeface="HeadLineA"/>
                  <a:sym typeface="HeadLineA"/>
                </a:rPr>
                <a:t>IOVDD</a:t>
              </a:r>
            </a:p>
            <a:p>
              <a:pPr marL="0" marR="0" lvl="0" indent="0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565" dirty="0">
                  <a:solidFill>
                    <a:schemeClr val="dk1"/>
                  </a:solidFill>
                  <a:latin typeface="HeadLineA"/>
                  <a:ea typeface="HeadLineA"/>
                  <a:cs typeface="HeadLineA"/>
                  <a:sym typeface="HeadLineA"/>
                </a:rPr>
                <a:t>G1</a:t>
              </a:r>
              <a:endParaRPr dirty="0"/>
            </a:p>
          </p:txBody>
        </p:sp>
        <p:sp>
          <p:nvSpPr>
            <p:cNvPr id="39" name="Google Shape;3962;p51">
              <a:extLst>
                <a:ext uri="{FF2B5EF4-FFF2-40B4-BE49-F238E27FC236}">
                  <a16:creationId xmlns:a16="http://schemas.microsoft.com/office/drawing/2014/main" id="{4C5A7320-90A3-C9E3-EAC8-76C55E45CBCA}"/>
                </a:ext>
              </a:extLst>
            </p:cNvPr>
            <p:cNvSpPr txBox="1"/>
            <p:nvPr/>
          </p:nvSpPr>
          <p:spPr>
            <a:xfrm>
              <a:off x="1698140" y="300663"/>
              <a:ext cx="396887" cy="1222602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 marL="0" marR="0" lvl="0" indent="0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565" dirty="0">
                  <a:solidFill>
                    <a:schemeClr val="dk1"/>
                  </a:solidFill>
                  <a:latin typeface="HeadLineA"/>
                  <a:ea typeface="HeadLineA"/>
                  <a:cs typeface="HeadLineA"/>
                  <a:sym typeface="HeadLineA"/>
                </a:rPr>
                <a:t>-</a:t>
              </a:r>
            </a:p>
            <a:p>
              <a:pPr marL="0" marR="0" lvl="0" indent="0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565" dirty="0">
                  <a:solidFill>
                    <a:schemeClr val="dk1"/>
                  </a:solidFill>
                  <a:latin typeface="HeadLineA"/>
                  <a:ea typeface="HeadLineA"/>
                  <a:cs typeface="HeadLineA"/>
                  <a:sym typeface="HeadLineA"/>
                </a:rPr>
                <a:t>SCL</a:t>
              </a:r>
            </a:p>
            <a:p>
              <a:pPr marL="0" marR="0" lvl="0" indent="0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565" dirty="0">
                  <a:solidFill>
                    <a:schemeClr val="dk1"/>
                  </a:solidFill>
                  <a:latin typeface="HeadLineA"/>
                  <a:ea typeface="HeadLineA"/>
                  <a:sym typeface="HeadLineA"/>
                </a:rPr>
                <a:t>TMS</a:t>
              </a:r>
            </a:p>
            <a:p>
              <a:pPr marL="0" marR="0" lvl="0" indent="0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565" dirty="0">
                  <a:solidFill>
                    <a:schemeClr val="dk1"/>
                  </a:solidFill>
                  <a:latin typeface="HeadLineA"/>
                  <a:ea typeface="HeadLineA"/>
                  <a:sym typeface="HeadLineA"/>
                </a:rPr>
                <a:t>PWDN</a:t>
              </a:r>
            </a:p>
            <a:p>
              <a:pPr marL="0" marR="0" lvl="0" indent="0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565" dirty="0">
                  <a:solidFill>
                    <a:schemeClr val="dk1"/>
                  </a:solidFill>
                  <a:latin typeface="HeadLineA"/>
                  <a:ea typeface="HeadLineA"/>
                  <a:sym typeface="HeadLineA"/>
                </a:rPr>
                <a:t>GND</a:t>
              </a:r>
            </a:p>
            <a:p>
              <a:pPr marL="0" marR="0" lvl="0" indent="0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565" dirty="0">
                  <a:solidFill>
                    <a:schemeClr val="dk1"/>
                  </a:solidFill>
                  <a:latin typeface="HeadLineA"/>
                  <a:ea typeface="HeadLineA"/>
                  <a:sym typeface="HeadLineA"/>
                </a:rPr>
                <a:t>IOVDD</a:t>
              </a:r>
            </a:p>
            <a:p>
              <a:pPr marL="0" marR="0" lvl="0" indent="0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565" dirty="0">
                  <a:solidFill>
                    <a:schemeClr val="dk1"/>
                  </a:solidFill>
                  <a:latin typeface="HeadLineA"/>
                  <a:ea typeface="HeadLineA"/>
                  <a:sym typeface="HeadLineA"/>
                </a:rPr>
                <a:t>R1</a:t>
              </a:r>
            </a:p>
            <a:p>
              <a:pPr marL="0" marR="0" lvl="0" indent="0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565" dirty="0">
                  <a:solidFill>
                    <a:schemeClr val="dk1"/>
                  </a:solidFill>
                  <a:latin typeface="HeadLineA"/>
                  <a:ea typeface="HeadLineA"/>
                  <a:sym typeface="HeadLineA"/>
                </a:rPr>
                <a:t>R3</a:t>
              </a:r>
            </a:p>
            <a:p>
              <a:pPr marL="0" marR="0" lvl="0" indent="0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565" dirty="0">
                  <a:solidFill>
                    <a:schemeClr val="dk1"/>
                  </a:solidFill>
                  <a:latin typeface="HeadLineA"/>
                  <a:ea typeface="HeadLineA"/>
                  <a:sym typeface="HeadLineA"/>
                </a:rPr>
                <a:t>IOGND</a:t>
              </a:r>
            </a:p>
            <a:p>
              <a:pPr marL="0" marR="0" lvl="0" indent="0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565" dirty="0">
                  <a:solidFill>
                    <a:schemeClr val="dk1"/>
                  </a:solidFill>
                  <a:latin typeface="HeadLineA"/>
                  <a:ea typeface="HeadLineA"/>
                  <a:sym typeface="HeadLineA"/>
                </a:rPr>
                <a:t>R6</a:t>
              </a:r>
            </a:p>
            <a:p>
              <a:pPr marL="0" marR="0" lvl="0" indent="0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565" dirty="0">
                  <a:solidFill>
                    <a:schemeClr val="dk1"/>
                  </a:solidFill>
                  <a:latin typeface="HeadLineA"/>
                  <a:ea typeface="HeadLineA"/>
                  <a:sym typeface="HeadLineA"/>
                </a:rPr>
                <a:t>R8</a:t>
              </a:r>
            </a:p>
            <a:p>
              <a:pPr marL="0" marR="0" lvl="0" indent="0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565" dirty="0">
                  <a:solidFill>
                    <a:schemeClr val="dk1"/>
                  </a:solidFill>
                  <a:latin typeface="HeadLineA"/>
                  <a:ea typeface="HeadLineA"/>
                  <a:sym typeface="HeadLineA"/>
                </a:rPr>
                <a:t>IOGND</a:t>
              </a:r>
            </a:p>
            <a:p>
              <a:pPr marL="0" marR="0" lvl="0" indent="0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565" dirty="0">
                  <a:solidFill>
                    <a:schemeClr val="dk1"/>
                  </a:solidFill>
                  <a:latin typeface="HeadLineA"/>
                  <a:ea typeface="HeadLineA"/>
                  <a:sym typeface="HeadLineA"/>
                </a:rPr>
                <a:t>G0</a:t>
              </a:r>
              <a:endParaRPr dirty="0"/>
            </a:p>
          </p:txBody>
        </p:sp>
        <p:sp>
          <p:nvSpPr>
            <p:cNvPr id="41" name="Google Shape;3964;p51">
              <a:extLst>
                <a:ext uri="{FF2B5EF4-FFF2-40B4-BE49-F238E27FC236}">
                  <a16:creationId xmlns:a16="http://schemas.microsoft.com/office/drawing/2014/main" id="{C6AF37A8-71DA-539D-6A43-1E8CD89FAA81}"/>
                </a:ext>
              </a:extLst>
            </p:cNvPr>
            <p:cNvSpPr txBox="1"/>
            <p:nvPr/>
          </p:nvSpPr>
          <p:spPr>
            <a:xfrm>
              <a:off x="1269615" y="296997"/>
              <a:ext cx="242374" cy="1222602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565" dirty="0">
                  <a:solidFill>
                    <a:schemeClr val="dk1"/>
                  </a:solidFill>
                  <a:latin typeface="HeadLineA"/>
                  <a:ea typeface="HeadLineA"/>
                  <a:sym typeface="HeadLineA"/>
                </a:rPr>
                <a:t>75</a:t>
              </a:r>
            </a:p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565" dirty="0">
                  <a:solidFill>
                    <a:schemeClr val="dk1"/>
                  </a:solidFill>
                  <a:latin typeface="HeadLineA"/>
                  <a:ea typeface="HeadLineA"/>
                  <a:sym typeface="HeadLineA"/>
                </a:rPr>
                <a:t>73</a:t>
              </a:r>
            </a:p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565" dirty="0">
                  <a:solidFill>
                    <a:schemeClr val="dk1"/>
                  </a:solidFill>
                  <a:latin typeface="HeadLineA"/>
                  <a:ea typeface="HeadLineA"/>
                  <a:sym typeface="HeadLineA"/>
                </a:rPr>
                <a:t>71</a:t>
              </a:r>
            </a:p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565" dirty="0">
                  <a:solidFill>
                    <a:schemeClr val="dk1"/>
                  </a:solidFill>
                  <a:latin typeface="HeadLineA"/>
                  <a:ea typeface="HeadLineA"/>
                  <a:sym typeface="HeadLineA"/>
                </a:rPr>
                <a:t>69</a:t>
              </a:r>
            </a:p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565" dirty="0">
                  <a:solidFill>
                    <a:schemeClr val="dk1"/>
                  </a:solidFill>
                  <a:latin typeface="HeadLineA"/>
                  <a:ea typeface="HeadLineA"/>
                  <a:sym typeface="HeadLineA"/>
                </a:rPr>
                <a:t>67</a:t>
              </a:r>
            </a:p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565" dirty="0">
                  <a:solidFill>
                    <a:schemeClr val="dk1"/>
                  </a:solidFill>
                  <a:latin typeface="HeadLineA"/>
                  <a:ea typeface="HeadLineA"/>
                  <a:sym typeface="HeadLineA"/>
                </a:rPr>
                <a:t>65</a:t>
              </a:r>
            </a:p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565" dirty="0">
                  <a:solidFill>
                    <a:schemeClr val="dk1"/>
                  </a:solidFill>
                  <a:latin typeface="HeadLineA"/>
                  <a:ea typeface="HeadLineA"/>
                  <a:sym typeface="HeadLineA"/>
                </a:rPr>
                <a:t>63</a:t>
              </a:r>
            </a:p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565" dirty="0">
                  <a:solidFill>
                    <a:schemeClr val="dk1"/>
                  </a:solidFill>
                  <a:latin typeface="HeadLineA"/>
                  <a:ea typeface="HeadLineA"/>
                  <a:sym typeface="HeadLineA"/>
                </a:rPr>
                <a:t>61</a:t>
              </a:r>
            </a:p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565" dirty="0">
                  <a:solidFill>
                    <a:schemeClr val="dk1"/>
                  </a:solidFill>
                  <a:latin typeface="HeadLineA"/>
                  <a:ea typeface="HeadLineA"/>
                  <a:sym typeface="HeadLineA"/>
                </a:rPr>
                <a:t>59</a:t>
              </a:r>
            </a:p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565" dirty="0">
                  <a:solidFill>
                    <a:schemeClr val="dk1"/>
                  </a:solidFill>
                  <a:latin typeface="HeadLineA"/>
                  <a:ea typeface="HeadLineA"/>
                  <a:sym typeface="HeadLineA"/>
                </a:rPr>
                <a:t>57</a:t>
              </a:r>
            </a:p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565" dirty="0">
                  <a:solidFill>
                    <a:schemeClr val="dk1"/>
                  </a:solidFill>
                  <a:latin typeface="HeadLineA"/>
                  <a:ea typeface="HeadLineA"/>
                  <a:sym typeface="HeadLineA"/>
                </a:rPr>
                <a:t>55</a:t>
              </a:r>
            </a:p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565" dirty="0">
                  <a:solidFill>
                    <a:schemeClr val="dk1"/>
                  </a:solidFill>
                  <a:latin typeface="HeadLineA"/>
                  <a:ea typeface="HeadLineA"/>
                  <a:sym typeface="HeadLineA"/>
                </a:rPr>
                <a:t>53</a:t>
              </a:r>
            </a:p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565" dirty="0">
                  <a:solidFill>
                    <a:schemeClr val="dk1"/>
                  </a:solidFill>
                  <a:latin typeface="HeadLineA"/>
                  <a:ea typeface="HeadLineA"/>
                  <a:sym typeface="HeadLineA"/>
                </a:rPr>
                <a:t>51</a:t>
              </a:r>
              <a:endParaRPr dirty="0"/>
            </a:p>
          </p:txBody>
        </p:sp>
        <p:sp>
          <p:nvSpPr>
            <p:cNvPr id="42" name="Google Shape;3965;p51">
              <a:extLst>
                <a:ext uri="{FF2B5EF4-FFF2-40B4-BE49-F238E27FC236}">
                  <a16:creationId xmlns:a16="http://schemas.microsoft.com/office/drawing/2014/main" id="{D875A4D2-EAC3-4F30-3B05-923B9EFDCC2A}"/>
                </a:ext>
              </a:extLst>
            </p:cNvPr>
            <p:cNvSpPr txBox="1"/>
            <p:nvPr/>
          </p:nvSpPr>
          <p:spPr>
            <a:xfrm>
              <a:off x="1371303" y="296997"/>
              <a:ext cx="242374" cy="1222602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 marL="0" marR="0" lvl="0" indent="0" algn="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565" dirty="0">
                  <a:solidFill>
                    <a:schemeClr val="dk1"/>
                  </a:solidFill>
                  <a:latin typeface="HeadLineA"/>
                  <a:ea typeface="HeadLineA"/>
                  <a:cs typeface="HeadLineA"/>
                  <a:sym typeface="HeadLineA"/>
                </a:rPr>
                <a:t>-</a:t>
              </a:r>
            </a:p>
            <a:p>
              <a:pPr marL="0" marR="0" lvl="0" indent="0" algn="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565" dirty="0">
                  <a:solidFill>
                    <a:schemeClr val="dk1"/>
                  </a:solidFill>
                  <a:latin typeface="HeadLineA"/>
                  <a:ea typeface="HeadLineA"/>
                  <a:cs typeface="HeadLineA"/>
                  <a:sym typeface="HeadLineA"/>
                </a:rPr>
                <a:t>74</a:t>
              </a:r>
            </a:p>
            <a:p>
              <a:pPr marL="0" marR="0" lvl="0" indent="0" algn="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565" dirty="0">
                  <a:solidFill>
                    <a:schemeClr val="dk1"/>
                  </a:solidFill>
                  <a:latin typeface="HeadLineA"/>
                  <a:ea typeface="HeadLineA"/>
                  <a:cs typeface="HeadLineA"/>
                  <a:sym typeface="HeadLineA"/>
                </a:rPr>
                <a:t>72</a:t>
              </a:r>
            </a:p>
            <a:p>
              <a:pPr marL="0" marR="0" lvl="0" indent="0" algn="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565" dirty="0">
                  <a:solidFill>
                    <a:schemeClr val="dk1"/>
                  </a:solidFill>
                  <a:latin typeface="HeadLineA"/>
                  <a:ea typeface="HeadLineA"/>
                  <a:cs typeface="HeadLineA"/>
                  <a:sym typeface="HeadLineA"/>
                </a:rPr>
                <a:t>70</a:t>
              </a:r>
            </a:p>
            <a:p>
              <a:pPr marL="0" marR="0" lvl="0" indent="0" algn="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565" dirty="0">
                  <a:solidFill>
                    <a:schemeClr val="dk1"/>
                  </a:solidFill>
                  <a:latin typeface="HeadLineA"/>
                  <a:ea typeface="HeadLineA"/>
                  <a:cs typeface="HeadLineA"/>
                  <a:sym typeface="HeadLineA"/>
                </a:rPr>
                <a:t>6866</a:t>
              </a:r>
            </a:p>
            <a:p>
              <a:pPr marL="0" marR="0" lvl="0" indent="0" algn="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565" dirty="0">
                  <a:solidFill>
                    <a:schemeClr val="dk1"/>
                  </a:solidFill>
                  <a:latin typeface="HeadLineA"/>
                  <a:ea typeface="HeadLineA"/>
                  <a:cs typeface="HeadLineA"/>
                  <a:sym typeface="HeadLineA"/>
                </a:rPr>
                <a:t>64</a:t>
              </a:r>
            </a:p>
            <a:p>
              <a:pPr marL="0" marR="0" lvl="0" indent="0" algn="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565" dirty="0">
                  <a:solidFill>
                    <a:schemeClr val="dk1"/>
                  </a:solidFill>
                  <a:latin typeface="HeadLineA"/>
                  <a:ea typeface="HeadLineA"/>
                  <a:cs typeface="HeadLineA"/>
                  <a:sym typeface="HeadLineA"/>
                </a:rPr>
                <a:t>62</a:t>
              </a:r>
            </a:p>
            <a:p>
              <a:pPr marL="0" marR="0" lvl="0" indent="0" algn="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565" dirty="0">
                  <a:solidFill>
                    <a:schemeClr val="dk1"/>
                  </a:solidFill>
                  <a:latin typeface="HeadLineA"/>
                  <a:ea typeface="HeadLineA"/>
                  <a:cs typeface="HeadLineA"/>
                  <a:sym typeface="HeadLineA"/>
                </a:rPr>
                <a:t>60</a:t>
              </a:r>
            </a:p>
            <a:p>
              <a:pPr marL="0" marR="0" lvl="0" indent="0" algn="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565" dirty="0">
                  <a:solidFill>
                    <a:schemeClr val="dk1"/>
                  </a:solidFill>
                  <a:latin typeface="HeadLineA"/>
                  <a:ea typeface="HeadLineA"/>
                  <a:cs typeface="HeadLineA"/>
                  <a:sym typeface="HeadLineA"/>
                </a:rPr>
                <a:t>58</a:t>
              </a:r>
            </a:p>
            <a:p>
              <a:pPr marL="0" marR="0" lvl="0" indent="0" algn="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565" dirty="0">
                  <a:solidFill>
                    <a:schemeClr val="dk1"/>
                  </a:solidFill>
                  <a:latin typeface="HeadLineA"/>
                  <a:ea typeface="HeadLineA"/>
                  <a:cs typeface="HeadLineA"/>
                  <a:sym typeface="HeadLineA"/>
                </a:rPr>
                <a:t>56</a:t>
              </a:r>
            </a:p>
            <a:p>
              <a:pPr marL="0" marR="0" lvl="0" indent="0" algn="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565" dirty="0">
                  <a:solidFill>
                    <a:schemeClr val="dk1"/>
                  </a:solidFill>
                  <a:latin typeface="HeadLineA"/>
                  <a:ea typeface="HeadLineA"/>
                  <a:cs typeface="HeadLineA"/>
                  <a:sym typeface="HeadLineA"/>
                </a:rPr>
                <a:t>54</a:t>
              </a:r>
            </a:p>
            <a:p>
              <a:pPr marL="0" marR="0" lvl="0" indent="0" algn="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565" dirty="0">
                  <a:solidFill>
                    <a:schemeClr val="dk1"/>
                  </a:solidFill>
                  <a:latin typeface="HeadLineA"/>
                  <a:ea typeface="HeadLineA"/>
                  <a:cs typeface="HeadLineA"/>
                  <a:sym typeface="HeadLineA"/>
                </a:rPr>
                <a:t>52</a:t>
              </a:r>
            </a:p>
          </p:txBody>
        </p:sp>
      </p:grpSp>
      <p:sp>
        <p:nvSpPr>
          <p:cNvPr id="48" name="Google Shape;3961;p51">
            <a:extLst>
              <a:ext uri="{FF2B5EF4-FFF2-40B4-BE49-F238E27FC236}">
                <a16:creationId xmlns:a16="http://schemas.microsoft.com/office/drawing/2014/main" id="{A4A8455E-660A-87DE-1074-3B7F21C50DD7}"/>
              </a:ext>
            </a:extLst>
          </p:cNvPr>
          <p:cNvSpPr txBox="1"/>
          <p:nvPr/>
        </p:nvSpPr>
        <p:spPr>
          <a:xfrm>
            <a:off x="2180913" y="2933613"/>
            <a:ext cx="417728" cy="122260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565" dirty="0">
                <a:solidFill>
                  <a:schemeClr val="dk1"/>
                </a:solidFill>
                <a:latin typeface="HeadLineA"/>
                <a:ea typeface="HeadLineA"/>
                <a:cs typeface="HeadLineA"/>
                <a:sym typeface="HeadLineA"/>
              </a:rPr>
              <a:t>GIN2</a:t>
            </a:r>
          </a:p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565" dirty="0">
                <a:solidFill>
                  <a:schemeClr val="dk1"/>
                </a:solidFill>
                <a:latin typeface="HeadLineA"/>
                <a:ea typeface="HeadLineA"/>
                <a:sym typeface="HeadLineA"/>
              </a:rPr>
              <a:t>GIN3</a:t>
            </a:r>
          </a:p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565" dirty="0">
                <a:solidFill>
                  <a:schemeClr val="dk1"/>
                </a:solidFill>
                <a:latin typeface="HeadLineA"/>
                <a:ea typeface="HeadLineA"/>
                <a:sym typeface="HeadLineA"/>
              </a:rPr>
              <a:t>GIN4</a:t>
            </a:r>
          </a:p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565" dirty="0">
                <a:solidFill>
                  <a:schemeClr val="dk1"/>
                </a:solidFill>
                <a:latin typeface="HeadLineA"/>
                <a:ea typeface="HeadLineA"/>
                <a:sym typeface="HeadLineA"/>
              </a:rPr>
              <a:t>A33VDD</a:t>
            </a:r>
          </a:p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565" dirty="0">
                <a:solidFill>
                  <a:schemeClr val="dk1"/>
                </a:solidFill>
                <a:latin typeface="HeadLineA"/>
                <a:ea typeface="HeadLineA"/>
                <a:sym typeface="HeadLineA"/>
              </a:rPr>
              <a:t>A33GND</a:t>
            </a:r>
          </a:p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565" dirty="0">
                <a:solidFill>
                  <a:schemeClr val="dk1"/>
                </a:solidFill>
                <a:latin typeface="HeadLineA"/>
                <a:ea typeface="HeadLineA"/>
                <a:sym typeface="HeadLineA"/>
              </a:rPr>
              <a:t>PLLAG</a:t>
            </a:r>
          </a:p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565" dirty="0">
                <a:solidFill>
                  <a:schemeClr val="dk1"/>
                </a:solidFill>
                <a:latin typeface="HeadLineA"/>
                <a:ea typeface="HeadLineA"/>
                <a:sym typeface="HeadLineA"/>
              </a:rPr>
              <a:t>FILT2</a:t>
            </a:r>
          </a:p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565" dirty="0">
                <a:solidFill>
                  <a:schemeClr val="dk1"/>
                </a:solidFill>
                <a:latin typeface="HeadLineA"/>
                <a:ea typeface="HeadLineA"/>
                <a:sym typeface="HeadLineA"/>
              </a:rPr>
              <a:t>PLLAGND</a:t>
            </a:r>
          </a:p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565" dirty="0">
                <a:solidFill>
                  <a:schemeClr val="dk1"/>
                </a:solidFill>
                <a:latin typeface="HeadLineA"/>
                <a:ea typeface="HeadLineA"/>
                <a:sym typeface="HeadLineA"/>
              </a:rPr>
              <a:t>PLLAVDD</a:t>
            </a:r>
          </a:p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565" dirty="0">
                <a:solidFill>
                  <a:schemeClr val="dk1"/>
                </a:solidFill>
                <a:latin typeface="HeadLineA"/>
                <a:ea typeface="HeadLineA"/>
                <a:sym typeface="HeadLineA"/>
              </a:rPr>
              <a:t>HSYNCB</a:t>
            </a:r>
          </a:p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565" dirty="0">
                <a:solidFill>
                  <a:schemeClr val="dk1"/>
                </a:solidFill>
                <a:latin typeface="HeadLineA"/>
                <a:ea typeface="HeadLineA"/>
                <a:sym typeface="HeadLineA"/>
              </a:rPr>
              <a:t>EXTCLK</a:t>
            </a:r>
          </a:p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565" dirty="0">
                <a:solidFill>
                  <a:schemeClr val="dk1"/>
                </a:solidFill>
                <a:latin typeface="HeadLineA"/>
                <a:ea typeface="HeadLineA"/>
                <a:sym typeface="HeadLineA"/>
              </a:rPr>
              <a:t>VSYNCA</a:t>
            </a:r>
          </a:p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565" dirty="0">
                <a:solidFill>
                  <a:schemeClr val="dk1"/>
                </a:solidFill>
                <a:latin typeface="HeadLineA"/>
                <a:ea typeface="HeadLineA"/>
                <a:sym typeface="HeadLineA"/>
              </a:rPr>
              <a:t>CLAMP</a:t>
            </a:r>
            <a:endParaRPr dirty="0"/>
          </a:p>
        </p:txBody>
      </p:sp>
      <p:sp>
        <p:nvSpPr>
          <p:cNvPr id="49" name="Google Shape;3962;p51">
            <a:extLst>
              <a:ext uri="{FF2B5EF4-FFF2-40B4-BE49-F238E27FC236}">
                <a16:creationId xmlns:a16="http://schemas.microsoft.com/office/drawing/2014/main" id="{E6CD08F8-2F1F-DF2A-2951-A5E87BAC703F}"/>
              </a:ext>
            </a:extLst>
          </p:cNvPr>
          <p:cNvSpPr txBox="1"/>
          <p:nvPr/>
        </p:nvSpPr>
        <p:spPr>
          <a:xfrm>
            <a:off x="1851026" y="2933612"/>
            <a:ext cx="458136" cy="141265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565" dirty="0">
                <a:solidFill>
                  <a:schemeClr val="dk1"/>
                </a:solidFill>
                <a:latin typeface="HeadLineA"/>
                <a:ea typeface="HeadLineA"/>
                <a:sym typeface="HeadLineA"/>
              </a:rPr>
              <a:t>SOGIN2</a:t>
            </a:r>
          </a:p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565" dirty="0">
                <a:solidFill>
                  <a:schemeClr val="dk1"/>
                </a:solidFill>
                <a:latin typeface="HeadLineA"/>
                <a:ea typeface="HeadLineA"/>
                <a:sym typeface="HeadLineA"/>
              </a:rPr>
              <a:t>SOGIN3</a:t>
            </a:r>
          </a:p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565" dirty="0">
                <a:solidFill>
                  <a:schemeClr val="dk1"/>
                </a:solidFill>
                <a:latin typeface="HeadLineA"/>
                <a:ea typeface="HeadLineA"/>
                <a:sym typeface="HeadLineA"/>
              </a:rPr>
              <a:t>A33GND</a:t>
            </a:r>
          </a:p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565" dirty="0">
                <a:solidFill>
                  <a:schemeClr val="dk1"/>
                </a:solidFill>
                <a:latin typeface="HeadLineA"/>
                <a:ea typeface="HeadLineA"/>
                <a:sym typeface="HeadLineA"/>
              </a:rPr>
              <a:t>A33VDD</a:t>
            </a:r>
          </a:p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565" dirty="0">
                <a:solidFill>
                  <a:schemeClr val="dk1"/>
                </a:solidFill>
                <a:latin typeface="HeadLineA"/>
                <a:ea typeface="HeadLineA"/>
                <a:sym typeface="HeadLineA"/>
              </a:rPr>
              <a:t>NSUB</a:t>
            </a:r>
          </a:p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565" dirty="0">
                <a:solidFill>
                  <a:schemeClr val="dk1"/>
                </a:solidFill>
                <a:latin typeface="HeadLineA"/>
                <a:ea typeface="HeadLineA"/>
                <a:sym typeface="HeadLineA"/>
              </a:rPr>
              <a:t>PLLF</a:t>
            </a:r>
          </a:p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565" dirty="0">
                <a:solidFill>
                  <a:schemeClr val="dk1"/>
                </a:solidFill>
                <a:latin typeface="HeadLineA"/>
                <a:ea typeface="HeadLineA"/>
                <a:sym typeface="HeadLineA"/>
              </a:rPr>
              <a:t>FILT1</a:t>
            </a:r>
          </a:p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565" dirty="0">
                <a:solidFill>
                  <a:schemeClr val="dk1"/>
                </a:solidFill>
                <a:latin typeface="HeadLineA"/>
                <a:ea typeface="HeadLineA"/>
                <a:sym typeface="HeadLineA"/>
              </a:rPr>
              <a:t>PLLAVDD</a:t>
            </a:r>
          </a:p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565" dirty="0">
                <a:solidFill>
                  <a:schemeClr val="dk1"/>
                </a:solidFill>
                <a:latin typeface="HeadLineA"/>
                <a:ea typeface="HeadLineA"/>
                <a:sym typeface="HeadLineA"/>
              </a:rPr>
              <a:t>PLLAGND</a:t>
            </a:r>
          </a:p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565" dirty="0">
                <a:solidFill>
                  <a:schemeClr val="dk1"/>
                </a:solidFill>
                <a:latin typeface="HeadLineA"/>
                <a:ea typeface="HeadLineA"/>
                <a:sym typeface="HeadLineA"/>
              </a:rPr>
              <a:t>HSYNCA</a:t>
            </a:r>
          </a:p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565" dirty="0">
                <a:solidFill>
                  <a:schemeClr val="dk1"/>
                </a:solidFill>
                <a:latin typeface="HeadLineA"/>
                <a:ea typeface="HeadLineA"/>
                <a:sym typeface="HeadLineA"/>
              </a:rPr>
              <a:t>VSYNCB</a:t>
            </a:r>
          </a:p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565" dirty="0">
                <a:solidFill>
                  <a:schemeClr val="dk1"/>
                </a:solidFill>
                <a:latin typeface="HeadLineA"/>
                <a:ea typeface="HeadLineA"/>
                <a:sym typeface="HeadLineA"/>
              </a:rPr>
              <a:t>COAST</a:t>
            </a:r>
          </a:p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  <p:sp>
        <p:nvSpPr>
          <p:cNvPr id="51" name="Google Shape;3964;p51">
            <a:extLst>
              <a:ext uri="{FF2B5EF4-FFF2-40B4-BE49-F238E27FC236}">
                <a16:creationId xmlns:a16="http://schemas.microsoft.com/office/drawing/2014/main" id="{812F878F-3FD2-DE3C-7013-B06110AC270C}"/>
              </a:ext>
            </a:extLst>
          </p:cNvPr>
          <p:cNvSpPr txBox="1"/>
          <p:nvPr/>
        </p:nvSpPr>
        <p:spPr>
          <a:xfrm>
            <a:off x="2563715" y="2930404"/>
            <a:ext cx="284259" cy="149960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565" dirty="0">
                <a:solidFill>
                  <a:schemeClr val="dk1"/>
                </a:solidFill>
                <a:latin typeface="HeadLineA"/>
                <a:ea typeface="HeadLineA"/>
                <a:sym typeface="HeadLineA"/>
              </a:rPr>
              <a:t>100</a:t>
            </a:r>
          </a:p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565" dirty="0">
                <a:solidFill>
                  <a:schemeClr val="dk1"/>
                </a:solidFill>
                <a:latin typeface="HeadLineA"/>
                <a:ea typeface="HeadLineA"/>
                <a:sym typeface="HeadLineA"/>
              </a:rPr>
              <a:t>98</a:t>
            </a:r>
          </a:p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565" dirty="0">
                <a:solidFill>
                  <a:schemeClr val="dk1"/>
                </a:solidFill>
                <a:latin typeface="HeadLineA"/>
                <a:ea typeface="HeadLineA"/>
                <a:sym typeface="HeadLineA"/>
              </a:rPr>
              <a:t>96</a:t>
            </a:r>
          </a:p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565" dirty="0">
                <a:solidFill>
                  <a:schemeClr val="dk1"/>
                </a:solidFill>
                <a:latin typeface="HeadLineA"/>
                <a:ea typeface="HeadLineA"/>
                <a:sym typeface="HeadLineA"/>
              </a:rPr>
              <a:t>94</a:t>
            </a:r>
          </a:p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565" dirty="0">
                <a:solidFill>
                  <a:schemeClr val="dk1"/>
                </a:solidFill>
                <a:latin typeface="HeadLineA"/>
                <a:ea typeface="HeadLineA"/>
                <a:sym typeface="HeadLineA"/>
              </a:rPr>
              <a:t>92</a:t>
            </a:r>
          </a:p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565" dirty="0">
                <a:solidFill>
                  <a:schemeClr val="dk1"/>
                </a:solidFill>
                <a:latin typeface="HeadLineA"/>
                <a:ea typeface="HeadLineA"/>
                <a:sym typeface="HeadLineA"/>
              </a:rPr>
              <a:t>90</a:t>
            </a:r>
          </a:p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565" dirty="0">
                <a:solidFill>
                  <a:schemeClr val="dk1"/>
                </a:solidFill>
                <a:latin typeface="HeadLineA"/>
                <a:ea typeface="HeadLineA"/>
                <a:sym typeface="HeadLineA"/>
              </a:rPr>
              <a:t>88</a:t>
            </a:r>
          </a:p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565" dirty="0">
                <a:solidFill>
                  <a:schemeClr val="dk1"/>
                </a:solidFill>
                <a:latin typeface="HeadLineA"/>
                <a:ea typeface="HeadLineA"/>
                <a:sym typeface="HeadLineA"/>
              </a:rPr>
              <a:t>86</a:t>
            </a:r>
          </a:p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565" dirty="0">
                <a:solidFill>
                  <a:schemeClr val="dk1"/>
                </a:solidFill>
                <a:latin typeface="HeadLineA"/>
                <a:ea typeface="HeadLineA"/>
                <a:sym typeface="HeadLineA"/>
              </a:rPr>
              <a:t>84</a:t>
            </a:r>
          </a:p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565" dirty="0">
                <a:solidFill>
                  <a:schemeClr val="dk1"/>
                </a:solidFill>
                <a:latin typeface="HeadLineA"/>
                <a:ea typeface="HeadLineA"/>
                <a:sym typeface="HeadLineA"/>
              </a:rPr>
              <a:t>82</a:t>
            </a:r>
          </a:p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565" dirty="0">
                <a:solidFill>
                  <a:schemeClr val="dk1"/>
                </a:solidFill>
                <a:latin typeface="HeadLineA"/>
                <a:ea typeface="HeadLineA"/>
                <a:sym typeface="HeadLineA"/>
              </a:rPr>
              <a:t>80</a:t>
            </a:r>
          </a:p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565" dirty="0">
                <a:solidFill>
                  <a:schemeClr val="dk1"/>
                </a:solidFill>
                <a:latin typeface="HeadLineA"/>
                <a:ea typeface="HeadLineA"/>
                <a:sym typeface="HeadLineA"/>
              </a:rPr>
              <a:t>78</a:t>
            </a:r>
          </a:p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565" dirty="0">
                <a:solidFill>
                  <a:schemeClr val="dk1"/>
                </a:solidFill>
                <a:latin typeface="HeadLineA"/>
                <a:ea typeface="HeadLineA"/>
                <a:sym typeface="HeadLineA"/>
              </a:rPr>
              <a:t>76</a:t>
            </a:r>
          </a:p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  <p:sp>
        <p:nvSpPr>
          <p:cNvPr id="52" name="Google Shape;3965;p51">
            <a:extLst>
              <a:ext uri="{FF2B5EF4-FFF2-40B4-BE49-F238E27FC236}">
                <a16:creationId xmlns:a16="http://schemas.microsoft.com/office/drawing/2014/main" id="{5A3E5435-4209-BA91-4D5F-005CBC989882}"/>
              </a:ext>
            </a:extLst>
          </p:cNvPr>
          <p:cNvSpPr txBox="1"/>
          <p:nvPr/>
        </p:nvSpPr>
        <p:spPr>
          <a:xfrm>
            <a:off x="2486574" y="2933612"/>
            <a:ext cx="242374" cy="122260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565" dirty="0">
                <a:solidFill>
                  <a:schemeClr val="dk1"/>
                </a:solidFill>
                <a:latin typeface="HeadLineA"/>
                <a:ea typeface="HeadLineA"/>
                <a:sym typeface="HeadLineA"/>
              </a:rPr>
              <a:t>99</a:t>
            </a:r>
          </a:p>
          <a:p>
            <a:pPr marL="0" marR="0" lvl="0" indent="0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565" dirty="0">
                <a:solidFill>
                  <a:schemeClr val="dk1"/>
                </a:solidFill>
                <a:latin typeface="HeadLineA"/>
                <a:ea typeface="HeadLineA"/>
                <a:cs typeface="HeadLineA"/>
                <a:sym typeface="HeadLineA"/>
              </a:rPr>
              <a:t>97</a:t>
            </a:r>
          </a:p>
          <a:p>
            <a:pPr marL="0" marR="0" lvl="0" indent="0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565" dirty="0">
                <a:solidFill>
                  <a:schemeClr val="dk1"/>
                </a:solidFill>
                <a:latin typeface="HeadLineA"/>
                <a:ea typeface="HeadLineA"/>
                <a:cs typeface="HeadLineA"/>
                <a:sym typeface="HeadLineA"/>
              </a:rPr>
              <a:t>95</a:t>
            </a:r>
          </a:p>
          <a:p>
            <a:pPr marL="0" marR="0" lvl="0" indent="0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565" dirty="0">
                <a:solidFill>
                  <a:schemeClr val="dk1"/>
                </a:solidFill>
                <a:latin typeface="HeadLineA"/>
                <a:ea typeface="HeadLineA"/>
                <a:cs typeface="HeadLineA"/>
                <a:sym typeface="HeadLineA"/>
              </a:rPr>
              <a:t>93</a:t>
            </a:r>
          </a:p>
          <a:p>
            <a:pPr marL="0" marR="0" lvl="0" indent="0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565" dirty="0">
                <a:solidFill>
                  <a:schemeClr val="dk1"/>
                </a:solidFill>
                <a:latin typeface="HeadLineA"/>
                <a:ea typeface="HeadLineA"/>
                <a:cs typeface="HeadLineA"/>
                <a:sym typeface="HeadLineA"/>
              </a:rPr>
              <a:t>91</a:t>
            </a:r>
          </a:p>
          <a:p>
            <a:pPr marL="0" marR="0" lvl="0" indent="0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565" dirty="0">
                <a:solidFill>
                  <a:schemeClr val="dk1"/>
                </a:solidFill>
                <a:latin typeface="HeadLineA"/>
                <a:ea typeface="HeadLineA"/>
                <a:cs typeface="HeadLineA"/>
                <a:sym typeface="HeadLineA"/>
              </a:rPr>
              <a:t>89</a:t>
            </a:r>
          </a:p>
          <a:p>
            <a:pPr marL="0" marR="0" lvl="0" indent="0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565" dirty="0">
                <a:solidFill>
                  <a:schemeClr val="dk1"/>
                </a:solidFill>
                <a:latin typeface="HeadLineA"/>
                <a:ea typeface="HeadLineA"/>
                <a:cs typeface="HeadLineA"/>
                <a:sym typeface="HeadLineA"/>
              </a:rPr>
              <a:t>87</a:t>
            </a:r>
          </a:p>
          <a:p>
            <a:pPr marL="0" marR="0" lvl="0" indent="0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565" dirty="0">
                <a:solidFill>
                  <a:schemeClr val="dk1"/>
                </a:solidFill>
                <a:latin typeface="HeadLineA"/>
                <a:ea typeface="HeadLineA"/>
                <a:cs typeface="HeadLineA"/>
                <a:sym typeface="HeadLineA"/>
              </a:rPr>
              <a:t>85</a:t>
            </a:r>
          </a:p>
          <a:p>
            <a:pPr marL="0" marR="0" lvl="0" indent="0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565" dirty="0">
                <a:solidFill>
                  <a:schemeClr val="dk1"/>
                </a:solidFill>
                <a:latin typeface="HeadLineA"/>
                <a:ea typeface="HeadLineA"/>
                <a:cs typeface="HeadLineA"/>
                <a:sym typeface="HeadLineA"/>
              </a:rPr>
              <a:t>83</a:t>
            </a:r>
          </a:p>
          <a:p>
            <a:pPr marL="0" marR="0" lvl="0" indent="0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565" dirty="0">
                <a:solidFill>
                  <a:schemeClr val="dk1"/>
                </a:solidFill>
                <a:latin typeface="HeadLineA"/>
                <a:ea typeface="HeadLineA"/>
                <a:cs typeface="HeadLineA"/>
                <a:sym typeface="HeadLineA"/>
              </a:rPr>
              <a:t>81</a:t>
            </a:r>
          </a:p>
          <a:p>
            <a:pPr marL="0" marR="0" lvl="0" indent="0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565" dirty="0">
                <a:solidFill>
                  <a:schemeClr val="dk1"/>
                </a:solidFill>
                <a:latin typeface="HeadLineA"/>
                <a:ea typeface="HeadLineA"/>
                <a:cs typeface="HeadLineA"/>
                <a:sym typeface="HeadLineA"/>
              </a:rPr>
              <a:t>79</a:t>
            </a:r>
          </a:p>
          <a:p>
            <a:pPr marL="0" marR="0" lvl="0" indent="0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565" dirty="0">
                <a:solidFill>
                  <a:schemeClr val="dk1"/>
                </a:solidFill>
                <a:latin typeface="HeadLineA"/>
                <a:ea typeface="HeadLineA"/>
                <a:cs typeface="HeadLineA"/>
                <a:sym typeface="HeadLineA"/>
              </a:rPr>
              <a:t>77</a:t>
            </a:r>
          </a:p>
          <a:p>
            <a:pPr marL="0" marR="0" lvl="0" indent="0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565" dirty="0">
                <a:solidFill>
                  <a:schemeClr val="dk1"/>
                </a:solidFill>
                <a:latin typeface="HeadLineA"/>
                <a:ea typeface="HeadLineA"/>
                <a:cs typeface="HeadLineA"/>
                <a:sym typeface="HeadLineA"/>
              </a:rPr>
              <a:t>-</a:t>
            </a:r>
          </a:p>
        </p:txBody>
      </p:sp>
      <p:sp>
        <p:nvSpPr>
          <p:cNvPr id="53" name="Google Shape;3966;p51">
            <a:extLst>
              <a:ext uri="{FF2B5EF4-FFF2-40B4-BE49-F238E27FC236}">
                <a16:creationId xmlns:a16="http://schemas.microsoft.com/office/drawing/2014/main" id="{263710F7-A715-E596-D7CC-5C307F2A8C39}"/>
              </a:ext>
            </a:extLst>
          </p:cNvPr>
          <p:cNvSpPr/>
          <p:nvPr/>
        </p:nvSpPr>
        <p:spPr>
          <a:xfrm>
            <a:off x="2555351" y="2938464"/>
            <a:ext cx="211420" cy="1182803"/>
          </a:xfrm>
          <a:prstGeom prst="rect">
            <a:avLst/>
          </a:prstGeom>
          <a:noFill/>
          <a:ln w="9525" cap="flat" cmpd="sng">
            <a:solidFill>
              <a:schemeClr val="dk1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565">
              <a:solidFill>
                <a:schemeClr val="lt1"/>
              </a:solidFill>
              <a:latin typeface="HeadLineA"/>
              <a:ea typeface="HeadLineA"/>
              <a:cs typeface="HeadLineA"/>
              <a:sym typeface="HeadLineA"/>
            </a:endParaRPr>
          </a:p>
        </p:txBody>
      </p:sp>
      <p:sp>
        <p:nvSpPr>
          <p:cNvPr id="58" name="Google Shape;3961;p51">
            <a:extLst>
              <a:ext uri="{FF2B5EF4-FFF2-40B4-BE49-F238E27FC236}">
                <a16:creationId xmlns:a16="http://schemas.microsoft.com/office/drawing/2014/main" id="{CA0D782E-139B-965C-36FF-B3DE2C9A22C6}"/>
              </a:ext>
            </a:extLst>
          </p:cNvPr>
          <p:cNvSpPr txBox="1"/>
          <p:nvPr/>
        </p:nvSpPr>
        <p:spPr>
          <a:xfrm>
            <a:off x="4572000" y="2799007"/>
            <a:ext cx="396887" cy="139649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565" dirty="0">
                <a:solidFill>
                  <a:schemeClr val="dk1"/>
                </a:solidFill>
                <a:latin typeface="HeadLineA"/>
                <a:ea typeface="HeadLineA"/>
                <a:cs typeface="HeadLineA"/>
                <a:sym typeface="HeadLineA"/>
              </a:rPr>
              <a:t>G20</a:t>
            </a:r>
          </a:p>
          <a:p>
            <a:pPr marL="0" marR="0" lvl="0" indent="0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565" dirty="0">
                <a:solidFill>
                  <a:schemeClr val="dk1"/>
                </a:solidFill>
                <a:latin typeface="HeadLineA"/>
                <a:ea typeface="HeadLineA"/>
                <a:sym typeface="HeadLineA"/>
              </a:rPr>
              <a:t>K20</a:t>
            </a:r>
          </a:p>
          <a:p>
            <a:pPr marL="0" marR="0" lvl="0" indent="0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565" dirty="0">
                <a:solidFill>
                  <a:schemeClr val="dk1"/>
                </a:solidFill>
                <a:latin typeface="HeadLineA"/>
                <a:ea typeface="HeadLineA"/>
                <a:sym typeface="HeadLineA"/>
              </a:rPr>
              <a:t>L20</a:t>
            </a:r>
          </a:p>
          <a:p>
            <a:pPr marL="0" marR="0" lvl="0" indent="0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565" dirty="0">
                <a:solidFill>
                  <a:schemeClr val="dk1"/>
                </a:solidFill>
                <a:latin typeface="HeadLineA"/>
                <a:ea typeface="HeadLineA"/>
                <a:sym typeface="HeadLineA"/>
              </a:rPr>
              <a:t>N18</a:t>
            </a:r>
          </a:p>
          <a:p>
            <a:pPr marL="0" marR="0" lvl="0" indent="0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565" dirty="0">
                <a:solidFill>
                  <a:schemeClr val="dk1"/>
                </a:solidFill>
                <a:latin typeface="HeadLineA"/>
                <a:ea typeface="HeadLineA"/>
                <a:sym typeface="HeadLineA"/>
              </a:rPr>
              <a:t>GND</a:t>
            </a:r>
          </a:p>
          <a:p>
            <a:pPr marL="0" marR="0" lvl="0" indent="0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565" dirty="0">
                <a:solidFill>
                  <a:schemeClr val="dk1"/>
                </a:solidFill>
                <a:latin typeface="HeadLineA"/>
                <a:ea typeface="HeadLineA"/>
                <a:sym typeface="HeadLineA"/>
              </a:rPr>
              <a:t>3V3</a:t>
            </a:r>
          </a:p>
          <a:p>
            <a:pPr marL="0" marR="0" lvl="0" indent="0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565" dirty="0">
                <a:solidFill>
                  <a:schemeClr val="dk1"/>
                </a:solidFill>
                <a:latin typeface="HeadLineA"/>
                <a:ea typeface="HeadLineA"/>
                <a:sym typeface="HeadLineA"/>
              </a:rPr>
              <a:t>P18</a:t>
            </a:r>
          </a:p>
          <a:p>
            <a:pPr marL="0" marR="0" lvl="0" indent="0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565" dirty="0">
                <a:solidFill>
                  <a:schemeClr val="dk1"/>
                </a:solidFill>
                <a:latin typeface="HeadLineA"/>
                <a:ea typeface="HeadLineA"/>
                <a:sym typeface="HeadLineA"/>
              </a:rPr>
              <a:t>GND</a:t>
            </a:r>
          </a:p>
          <a:p>
            <a:pPr marL="0" marR="0" lvl="0" indent="0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565" dirty="0">
                <a:solidFill>
                  <a:schemeClr val="dk1"/>
                </a:solidFill>
                <a:latin typeface="HeadLineA"/>
                <a:ea typeface="HeadLineA"/>
                <a:sym typeface="HeadLineA"/>
              </a:rPr>
              <a:t>U18</a:t>
            </a:r>
          </a:p>
          <a:p>
            <a:pPr marL="0" marR="0" lvl="0" indent="0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565" dirty="0">
                <a:solidFill>
                  <a:schemeClr val="dk1"/>
                </a:solidFill>
                <a:latin typeface="HeadLineA"/>
                <a:ea typeface="HeadLineA"/>
                <a:sym typeface="HeadLineA"/>
              </a:rPr>
              <a:t>M17</a:t>
            </a:r>
          </a:p>
          <a:p>
            <a:pPr marL="0" marR="0" lvl="0" indent="0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565" dirty="0">
                <a:solidFill>
                  <a:schemeClr val="dk1"/>
                </a:solidFill>
                <a:latin typeface="HeadLineA"/>
                <a:ea typeface="HeadLineA"/>
                <a:sym typeface="HeadLineA"/>
              </a:rPr>
              <a:t>R17</a:t>
            </a:r>
          </a:p>
          <a:p>
            <a:pPr marL="0" marR="0" lvl="0" indent="0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565" dirty="0">
                <a:solidFill>
                  <a:schemeClr val="dk1"/>
                </a:solidFill>
                <a:latin typeface="HeadLineA"/>
                <a:ea typeface="HeadLineA"/>
                <a:sym typeface="HeadLineA"/>
              </a:rPr>
              <a:t>T18</a:t>
            </a:r>
          </a:p>
          <a:p>
            <a:pPr marL="0" marR="0" lvl="0" indent="0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565" dirty="0">
                <a:solidFill>
                  <a:schemeClr val="dk1"/>
                </a:solidFill>
                <a:latin typeface="HeadLineA"/>
                <a:ea typeface="HeadLineA"/>
                <a:sym typeface="HeadLineA"/>
              </a:rPr>
              <a:t>K18</a:t>
            </a:r>
          </a:p>
          <a:p>
            <a:pPr marL="0" marR="0" lvl="0" indent="0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565" dirty="0">
                <a:solidFill>
                  <a:schemeClr val="dk1"/>
                </a:solidFill>
                <a:latin typeface="HeadLineA"/>
                <a:ea typeface="HeadLineA"/>
                <a:sym typeface="HeadLineA"/>
              </a:rPr>
              <a:t>GND</a:t>
            </a:r>
          </a:p>
          <a:p>
            <a:pPr marL="0" marR="0" lvl="0" indent="0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565" dirty="0">
                <a:solidFill>
                  <a:schemeClr val="dk1"/>
                </a:solidFill>
                <a:latin typeface="HeadLineA"/>
                <a:ea typeface="HeadLineA"/>
                <a:sym typeface="HeadLineA"/>
              </a:rPr>
              <a:t>3V3</a:t>
            </a:r>
            <a:endParaRPr dirty="0"/>
          </a:p>
        </p:txBody>
      </p:sp>
      <p:sp>
        <p:nvSpPr>
          <p:cNvPr id="59" name="Google Shape;3962;p51">
            <a:extLst>
              <a:ext uri="{FF2B5EF4-FFF2-40B4-BE49-F238E27FC236}">
                <a16:creationId xmlns:a16="http://schemas.microsoft.com/office/drawing/2014/main" id="{34ABE9CB-A93D-BEDB-F190-DF4FAA0C873B}"/>
              </a:ext>
            </a:extLst>
          </p:cNvPr>
          <p:cNvSpPr txBox="1"/>
          <p:nvPr/>
        </p:nvSpPr>
        <p:spPr>
          <a:xfrm>
            <a:off x="4414418" y="2799007"/>
            <a:ext cx="396887" cy="139649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565" dirty="0">
                <a:solidFill>
                  <a:schemeClr val="dk1"/>
                </a:solidFill>
                <a:latin typeface="HeadLineA"/>
                <a:ea typeface="HeadLineA"/>
                <a:sym typeface="HeadLineA"/>
              </a:rPr>
              <a:t>J20</a:t>
            </a:r>
          </a:p>
          <a:p>
            <a:pPr marL="0" marR="0" lvl="0" indent="0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565" dirty="0">
                <a:solidFill>
                  <a:schemeClr val="dk1"/>
                </a:solidFill>
                <a:latin typeface="HeadLineA"/>
                <a:ea typeface="HeadLineA"/>
                <a:sym typeface="HeadLineA"/>
              </a:rPr>
              <a:t>L18</a:t>
            </a:r>
          </a:p>
          <a:p>
            <a:pPr marL="0" marR="0" lvl="0" indent="0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565" dirty="0">
                <a:solidFill>
                  <a:schemeClr val="dk1"/>
                </a:solidFill>
                <a:latin typeface="HeadLineA"/>
                <a:ea typeface="HeadLineA"/>
                <a:sym typeface="HeadLineA"/>
              </a:rPr>
              <a:t>M18</a:t>
            </a:r>
          </a:p>
          <a:p>
            <a:pPr marL="0" marR="0" lvl="0" indent="0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565" dirty="0">
                <a:solidFill>
                  <a:schemeClr val="dk1"/>
                </a:solidFill>
                <a:latin typeface="HeadLineA"/>
                <a:ea typeface="HeadLineA"/>
                <a:sym typeface="HeadLineA"/>
              </a:rPr>
              <a:t>N17</a:t>
            </a:r>
          </a:p>
          <a:p>
            <a:pPr marL="0" marR="0" lvl="0" indent="0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565" dirty="0">
                <a:solidFill>
                  <a:schemeClr val="dk1"/>
                </a:solidFill>
                <a:latin typeface="HeadLineA"/>
                <a:ea typeface="HeadLineA"/>
                <a:sym typeface="HeadLineA"/>
              </a:rPr>
              <a:t>GND</a:t>
            </a:r>
          </a:p>
          <a:p>
            <a:pPr marL="0" marR="0" lvl="0" indent="0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565" dirty="0">
                <a:solidFill>
                  <a:schemeClr val="dk1"/>
                </a:solidFill>
                <a:latin typeface="HeadLineA"/>
                <a:ea typeface="HeadLineA"/>
                <a:sym typeface="HeadLineA"/>
              </a:rPr>
              <a:t>3V3</a:t>
            </a:r>
          </a:p>
          <a:p>
            <a:pPr marL="0" marR="0" lvl="0" indent="0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565" dirty="0">
                <a:solidFill>
                  <a:schemeClr val="dk1"/>
                </a:solidFill>
                <a:latin typeface="HeadLineA"/>
                <a:ea typeface="HeadLineA"/>
                <a:sym typeface="HeadLineA"/>
              </a:rPr>
              <a:t>U17</a:t>
            </a:r>
          </a:p>
          <a:p>
            <a:pPr marL="0" marR="0" lvl="0" indent="0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565" dirty="0">
                <a:solidFill>
                  <a:schemeClr val="dk1"/>
                </a:solidFill>
                <a:latin typeface="HeadLineA"/>
                <a:ea typeface="HeadLineA"/>
                <a:sym typeface="HeadLineA"/>
              </a:rPr>
              <a:t>5V</a:t>
            </a:r>
          </a:p>
          <a:p>
            <a:pPr marL="0" marR="0" lvl="0" indent="0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565" dirty="0">
                <a:solidFill>
                  <a:schemeClr val="dk1"/>
                </a:solidFill>
                <a:latin typeface="HeadLineA"/>
                <a:ea typeface="HeadLineA"/>
                <a:sym typeface="HeadLineA"/>
              </a:rPr>
              <a:t>T17</a:t>
            </a:r>
          </a:p>
          <a:p>
            <a:pPr marL="0" marR="0" lvl="0" indent="0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565" dirty="0">
                <a:solidFill>
                  <a:schemeClr val="dk1"/>
                </a:solidFill>
                <a:latin typeface="HeadLineA"/>
                <a:ea typeface="HeadLineA"/>
                <a:sym typeface="HeadLineA"/>
              </a:rPr>
              <a:t>P17</a:t>
            </a:r>
          </a:p>
          <a:p>
            <a:pPr marL="0" marR="0" lvl="0" indent="0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565" dirty="0">
                <a:solidFill>
                  <a:schemeClr val="dk1"/>
                </a:solidFill>
                <a:latin typeface="HeadLineA"/>
                <a:ea typeface="HeadLineA"/>
                <a:sym typeface="HeadLineA"/>
              </a:rPr>
              <a:t>R18</a:t>
            </a:r>
          </a:p>
          <a:p>
            <a:pPr marL="0" marR="0" lvl="0" indent="0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565" dirty="0">
                <a:solidFill>
                  <a:schemeClr val="dk1"/>
                </a:solidFill>
                <a:latin typeface="HeadLineA"/>
                <a:ea typeface="HeadLineA"/>
                <a:sym typeface="HeadLineA"/>
              </a:rPr>
              <a:t>C18</a:t>
            </a:r>
          </a:p>
          <a:p>
            <a:pPr marL="0" marR="0" lvl="0" indent="0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565" dirty="0">
                <a:solidFill>
                  <a:schemeClr val="dk1"/>
                </a:solidFill>
                <a:latin typeface="HeadLineA"/>
                <a:ea typeface="HeadLineA"/>
                <a:sym typeface="HeadLineA"/>
              </a:rPr>
              <a:t>U16</a:t>
            </a:r>
          </a:p>
          <a:p>
            <a:pPr marL="0" marR="0" lvl="0" indent="0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565" dirty="0">
                <a:solidFill>
                  <a:schemeClr val="dk1"/>
                </a:solidFill>
                <a:latin typeface="HeadLineA"/>
                <a:ea typeface="HeadLineA"/>
                <a:sym typeface="HeadLineA"/>
              </a:rPr>
              <a:t>GND</a:t>
            </a:r>
          </a:p>
          <a:p>
            <a:pPr marL="0" marR="0" lvl="0" indent="0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565" dirty="0">
                <a:solidFill>
                  <a:schemeClr val="dk1"/>
                </a:solidFill>
                <a:latin typeface="HeadLineA"/>
                <a:ea typeface="HeadLineA"/>
                <a:sym typeface="HeadLineA"/>
              </a:rPr>
              <a:t>3V3</a:t>
            </a:r>
            <a:endParaRPr dirty="0"/>
          </a:p>
        </p:txBody>
      </p:sp>
      <p:grpSp>
        <p:nvGrpSpPr>
          <p:cNvPr id="60" name="Google Shape;3963;p51">
            <a:extLst>
              <a:ext uri="{FF2B5EF4-FFF2-40B4-BE49-F238E27FC236}">
                <a16:creationId xmlns:a16="http://schemas.microsoft.com/office/drawing/2014/main" id="{E7F629BB-5D5A-AAA8-CBDB-646506F2EE28}"/>
              </a:ext>
            </a:extLst>
          </p:cNvPr>
          <p:cNvGrpSpPr/>
          <p:nvPr/>
        </p:nvGrpSpPr>
        <p:grpSpPr>
          <a:xfrm>
            <a:off x="4201578" y="2794195"/>
            <a:ext cx="344916" cy="1396496"/>
            <a:chOff x="5407550" y="3284884"/>
            <a:chExt cx="344916" cy="1396496"/>
          </a:xfrm>
        </p:grpSpPr>
        <p:sp>
          <p:nvSpPr>
            <p:cNvPr id="61" name="Google Shape;3964;p51">
              <a:extLst>
                <a:ext uri="{FF2B5EF4-FFF2-40B4-BE49-F238E27FC236}">
                  <a16:creationId xmlns:a16="http://schemas.microsoft.com/office/drawing/2014/main" id="{DCD24D23-43F3-6374-08F2-7B933942940A}"/>
                </a:ext>
              </a:extLst>
            </p:cNvPr>
            <p:cNvSpPr txBox="1"/>
            <p:nvPr/>
          </p:nvSpPr>
          <p:spPr>
            <a:xfrm>
              <a:off x="5510092" y="3284884"/>
              <a:ext cx="242374" cy="1396496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 marL="0" marR="0" lvl="0" indent="0" algn="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565" dirty="0">
                  <a:solidFill>
                    <a:schemeClr val="dk1"/>
                  </a:solidFill>
                  <a:latin typeface="HeadLineA"/>
                  <a:ea typeface="HeadLineA"/>
                  <a:sym typeface="HeadLineA"/>
                </a:rPr>
                <a:t>29</a:t>
              </a:r>
            </a:p>
            <a:p>
              <a:pPr marL="0" marR="0" lvl="0" indent="0" algn="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565" dirty="0">
                  <a:solidFill>
                    <a:schemeClr val="dk1"/>
                  </a:solidFill>
                  <a:latin typeface="HeadLineA"/>
                  <a:ea typeface="HeadLineA"/>
                  <a:sym typeface="HeadLineA"/>
                </a:rPr>
                <a:t>27</a:t>
              </a:r>
            </a:p>
            <a:p>
              <a:pPr marL="0" marR="0" lvl="0" indent="0" algn="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565" dirty="0">
                  <a:solidFill>
                    <a:schemeClr val="dk1"/>
                  </a:solidFill>
                  <a:latin typeface="HeadLineA"/>
                  <a:ea typeface="HeadLineA"/>
                  <a:sym typeface="HeadLineA"/>
                </a:rPr>
                <a:t>25</a:t>
              </a:r>
            </a:p>
            <a:p>
              <a:pPr marL="0" marR="0" lvl="0" indent="0" algn="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565" dirty="0">
                  <a:solidFill>
                    <a:schemeClr val="dk1"/>
                  </a:solidFill>
                  <a:latin typeface="HeadLineA"/>
                  <a:ea typeface="HeadLineA"/>
                  <a:sym typeface="HeadLineA"/>
                </a:rPr>
                <a:t>23</a:t>
              </a:r>
            </a:p>
            <a:p>
              <a:pPr marL="0" marR="0" lvl="0" indent="0" algn="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565" dirty="0">
                  <a:solidFill>
                    <a:schemeClr val="dk1"/>
                  </a:solidFill>
                  <a:latin typeface="HeadLineA"/>
                  <a:ea typeface="HeadLineA"/>
                  <a:sym typeface="HeadLineA"/>
                </a:rPr>
                <a:t>21</a:t>
              </a:r>
            </a:p>
            <a:p>
              <a:pPr marL="0" marR="0" lvl="0" indent="0" algn="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565" dirty="0">
                  <a:solidFill>
                    <a:schemeClr val="dk1"/>
                  </a:solidFill>
                  <a:latin typeface="HeadLineA"/>
                  <a:ea typeface="HeadLineA"/>
                  <a:sym typeface="HeadLineA"/>
                </a:rPr>
                <a:t>19</a:t>
              </a:r>
            </a:p>
            <a:p>
              <a:pPr marL="0" marR="0" lvl="0" indent="0" algn="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565" dirty="0">
                  <a:solidFill>
                    <a:schemeClr val="dk1"/>
                  </a:solidFill>
                  <a:latin typeface="HeadLineA"/>
                  <a:ea typeface="HeadLineA"/>
                  <a:sym typeface="HeadLineA"/>
                </a:rPr>
                <a:t>17</a:t>
              </a:r>
            </a:p>
            <a:p>
              <a:pPr marL="0" marR="0" lvl="0" indent="0" algn="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565" dirty="0">
                  <a:solidFill>
                    <a:schemeClr val="dk1"/>
                  </a:solidFill>
                  <a:latin typeface="HeadLineA"/>
                  <a:ea typeface="HeadLineA"/>
                  <a:sym typeface="HeadLineA"/>
                </a:rPr>
                <a:t>15</a:t>
              </a:r>
            </a:p>
            <a:p>
              <a:pPr marL="0" marR="0" lvl="0" indent="0" algn="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565" dirty="0">
                  <a:solidFill>
                    <a:schemeClr val="dk1"/>
                  </a:solidFill>
                  <a:latin typeface="HeadLineA"/>
                  <a:ea typeface="HeadLineA"/>
                  <a:sym typeface="HeadLineA"/>
                </a:rPr>
                <a:t>13</a:t>
              </a:r>
            </a:p>
            <a:p>
              <a:pPr marL="0" marR="0" lvl="0" indent="0" algn="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565" dirty="0">
                  <a:solidFill>
                    <a:schemeClr val="dk1"/>
                  </a:solidFill>
                  <a:latin typeface="HeadLineA"/>
                  <a:ea typeface="HeadLineA"/>
                  <a:sym typeface="HeadLineA"/>
                </a:rPr>
                <a:t>11</a:t>
              </a:r>
            </a:p>
            <a:p>
              <a:pPr marL="0" marR="0" lvl="0" indent="0" algn="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565" dirty="0">
                  <a:solidFill>
                    <a:schemeClr val="dk1"/>
                  </a:solidFill>
                  <a:latin typeface="HeadLineA"/>
                  <a:ea typeface="HeadLineA"/>
                  <a:sym typeface="HeadLineA"/>
                </a:rPr>
                <a:t>9</a:t>
              </a:r>
            </a:p>
            <a:p>
              <a:pPr marL="0" marR="0" lvl="0" indent="0" algn="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565" dirty="0">
                  <a:solidFill>
                    <a:schemeClr val="dk1"/>
                  </a:solidFill>
                  <a:latin typeface="HeadLineA"/>
                  <a:ea typeface="HeadLineA"/>
                  <a:sym typeface="HeadLineA"/>
                </a:rPr>
                <a:t>7</a:t>
              </a:r>
            </a:p>
            <a:p>
              <a:pPr marL="0" marR="0" lvl="0" indent="0" algn="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565" dirty="0">
                  <a:solidFill>
                    <a:schemeClr val="dk1"/>
                  </a:solidFill>
                  <a:latin typeface="HeadLineA"/>
                  <a:ea typeface="HeadLineA"/>
                  <a:sym typeface="HeadLineA"/>
                </a:rPr>
                <a:t>5</a:t>
              </a:r>
            </a:p>
            <a:p>
              <a:pPr marL="0" marR="0" lvl="0" indent="0" algn="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565" dirty="0">
                  <a:solidFill>
                    <a:schemeClr val="dk1"/>
                  </a:solidFill>
                  <a:latin typeface="HeadLineA"/>
                  <a:ea typeface="HeadLineA"/>
                  <a:sym typeface="HeadLineA"/>
                </a:rPr>
                <a:t>3</a:t>
              </a:r>
            </a:p>
            <a:p>
              <a:pPr marL="0" marR="0" lvl="0" indent="0" algn="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565" dirty="0">
                  <a:solidFill>
                    <a:schemeClr val="dk1"/>
                  </a:solidFill>
                  <a:latin typeface="HeadLineA"/>
                  <a:ea typeface="HeadLineA"/>
                  <a:sym typeface="HeadLineA"/>
                </a:rPr>
                <a:t>1</a:t>
              </a:r>
            </a:p>
          </p:txBody>
        </p:sp>
        <p:sp>
          <p:nvSpPr>
            <p:cNvPr id="62" name="Google Shape;3965;p51">
              <a:extLst>
                <a:ext uri="{FF2B5EF4-FFF2-40B4-BE49-F238E27FC236}">
                  <a16:creationId xmlns:a16="http://schemas.microsoft.com/office/drawing/2014/main" id="{A1869EF0-05E3-D791-0B17-122E29312FB0}"/>
                </a:ext>
              </a:extLst>
            </p:cNvPr>
            <p:cNvSpPr txBox="1"/>
            <p:nvPr/>
          </p:nvSpPr>
          <p:spPr>
            <a:xfrm>
              <a:off x="5407550" y="3284884"/>
              <a:ext cx="242374" cy="1396496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 marL="0" marR="0" lvl="0" indent="0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565" dirty="0">
                  <a:solidFill>
                    <a:schemeClr val="dk1"/>
                  </a:solidFill>
                  <a:latin typeface="HeadLineA"/>
                  <a:ea typeface="HeadLineA"/>
                  <a:sym typeface="HeadLineA"/>
                </a:rPr>
                <a:t>30</a:t>
              </a:r>
            </a:p>
            <a:p>
              <a:pPr marL="0" marR="0" lvl="0" indent="0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565" dirty="0">
                  <a:solidFill>
                    <a:schemeClr val="dk1"/>
                  </a:solidFill>
                  <a:latin typeface="HeadLineA"/>
                  <a:ea typeface="HeadLineA"/>
                  <a:sym typeface="HeadLineA"/>
                </a:rPr>
                <a:t>28</a:t>
              </a:r>
            </a:p>
            <a:p>
              <a:pPr marL="0" marR="0" lvl="0" indent="0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565" dirty="0">
                  <a:solidFill>
                    <a:schemeClr val="dk1"/>
                  </a:solidFill>
                  <a:latin typeface="HeadLineA"/>
                  <a:ea typeface="HeadLineA"/>
                  <a:sym typeface="HeadLineA"/>
                </a:rPr>
                <a:t>26</a:t>
              </a:r>
            </a:p>
            <a:p>
              <a:pPr marL="0" marR="0" lvl="0" indent="0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565" dirty="0">
                  <a:solidFill>
                    <a:schemeClr val="dk1"/>
                  </a:solidFill>
                  <a:latin typeface="HeadLineA"/>
                  <a:ea typeface="HeadLineA"/>
                  <a:sym typeface="HeadLineA"/>
                </a:rPr>
                <a:t>24</a:t>
              </a:r>
            </a:p>
            <a:p>
              <a:pPr marL="0" marR="0" lvl="0" indent="0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565" dirty="0">
                  <a:solidFill>
                    <a:schemeClr val="dk1"/>
                  </a:solidFill>
                  <a:latin typeface="HeadLineA"/>
                  <a:ea typeface="HeadLineA"/>
                  <a:sym typeface="HeadLineA"/>
                </a:rPr>
                <a:t>22</a:t>
              </a:r>
            </a:p>
            <a:p>
              <a:pPr marL="0" marR="0" lvl="0" indent="0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565" dirty="0">
                  <a:solidFill>
                    <a:schemeClr val="dk1"/>
                  </a:solidFill>
                  <a:latin typeface="HeadLineA"/>
                  <a:ea typeface="HeadLineA"/>
                  <a:sym typeface="HeadLineA"/>
                </a:rPr>
                <a:t>20</a:t>
              </a:r>
            </a:p>
            <a:p>
              <a:pPr marL="0" marR="0" lvl="0" indent="0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565" dirty="0">
                  <a:solidFill>
                    <a:schemeClr val="dk1"/>
                  </a:solidFill>
                  <a:latin typeface="HeadLineA"/>
                  <a:ea typeface="HeadLineA"/>
                  <a:sym typeface="HeadLineA"/>
                </a:rPr>
                <a:t>18</a:t>
              </a:r>
            </a:p>
            <a:p>
              <a:pPr marL="0" marR="0" lvl="0" indent="0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565" dirty="0">
                  <a:solidFill>
                    <a:schemeClr val="dk1"/>
                  </a:solidFill>
                  <a:latin typeface="HeadLineA"/>
                  <a:ea typeface="HeadLineA"/>
                  <a:sym typeface="HeadLineA"/>
                </a:rPr>
                <a:t>16</a:t>
              </a:r>
            </a:p>
            <a:p>
              <a:pPr marL="0" marR="0" lvl="0" indent="0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565" dirty="0">
                  <a:solidFill>
                    <a:schemeClr val="dk1"/>
                  </a:solidFill>
                  <a:latin typeface="HeadLineA"/>
                  <a:ea typeface="HeadLineA"/>
                  <a:sym typeface="HeadLineA"/>
                </a:rPr>
                <a:t>14</a:t>
              </a:r>
            </a:p>
            <a:p>
              <a:pPr marL="0" marR="0" lvl="0" indent="0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565" dirty="0">
                  <a:solidFill>
                    <a:schemeClr val="dk1"/>
                  </a:solidFill>
                  <a:latin typeface="HeadLineA"/>
                  <a:ea typeface="HeadLineA"/>
                  <a:sym typeface="HeadLineA"/>
                </a:rPr>
                <a:t>12</a:t>
              </a:r>
            </a:p>
            <a:p>
              <a:pPr marL="0" marR="0" lvl="0" indent="0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565" dirty="0">
                  <a:solidFill>
                    <a:schemeClr val="dk1"/>
                  </a:solidFill>
                  <a:latin typeface="HeadLineA"/>
                  <a:ea typeface="HeadLineA"/>
                  <a:sym typeface="HeadLineA"/>
                </a:rPr>
                <a:t>10</a:t>
              </a:r>
            </a:p>
            <a:p>
              <a:pPr marL="0" marR="0" lvl="0" indent="0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565" dirty="0">
                  <a:solidFill>
                    <a:schemeClr val="dk1"/>
                  </a:solidFill>
                  <a:latin typeface="HeadLineA"/>
                  <a:ea typeface="HeadLineA"/>
                  <a:sym typeface="HeadLineA"/>
                </a:rPr>
                <a:t>8</a:t>
              </a:r>
            </a:p>
            <a:p>
              <a:pPr marL="0" marR="0" lvl="0" indent="0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565" dirty="0">
                  <a:solidFill>
                    <a:schemeClr val="dk1"/>
                  </a:solidFill>
                  <a:latin typeface="HeadLineA"/>
                  <a:ea typeface="HeadLineA"/>
                  <a:sym typeface="HeadLineA"/>
                </a:rPr>
                <a:t>6</a:t>
              </a:r>
            </a:p>
            <a:p>
              <a:pPr marL="0" marR="0" lvl="0" indent="0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565" dirty="0">
                  <a:solidFill>
                    <a:schemeClr val="dk1"/>
                  </a:solidFill>
                  <a:latin typeface="HeadLineA"/>
                  <a:ea typeface="HeadLineA"/>
                  <a:sym typeface="HeadLineA"/>
                </a:rPr>
                <a:t>4</a:t>
              </a:r>
            </a:p>
            <a:p>
              <a:pPr marL="0" marR="0" lvl="0" indent="0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565" dirty="0">
                  <a:solidFill>
                    <a:schemeClr val="dk1"/>
                  </a:solidFill>
                  <a:latin typeface="HeadLineA"/>
                  <a:ea typeface="HeadLineA"/>
                  <a:sym typeface="HeadLineA"/>
                </a:rPr>
                <a:t>2</a:t>
              </a:r>
              <a:endParaRPr lang="en-US" sz="565" dirty="0">
                <a:solidFill>
                  <a:schemeClr val="dk1"/>
                </a:solidFill>
                <a:latin typeface="HeadLineA"/>
                <a:ea typeface="HeadLineA"/>
                <a:cs typeface="HeadLineA"/>
                <a:sym typeface="HeadLineA"/>
              </a:endParaRPr>
            </a:p>
          </p:txBody>
        </p:sp>
        <p:sp>
          <p:nvSpPr>
            <p:cNvPr id="63" name="Google Shape;3966;p51">
              <a:extLst>
                <a:ext uri="{FF2B5EF4-FFF2-40B4-BE49-F238E27FC236}">
                  <a16:creationId xmlns:a16="http://schemas.microsoft.com/office/drawing/2014/main" id="{875A264E-E34E-F7E7-76DB-0197939B87DA}"/>
                </a:ext>
              </a:extLst>
            </p:cNvPr>
            <p:cNvSpPr/>
            <p:nvPr/>
          </p:nvSpPr>
          <p:spPr>
            <a:xfrm>
              <a:off x="5466802" y="3319921"/>
              <a:ext cx="211420" cy="1314450"/>
            </a:xfrm>
            <a:prstGeom prst="rect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miter lim="800000"/>
              <a:headEnd type="none" w="sm" len="sm"/>
              <a:tailEnd type="none" w="sm" len="sm"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565">
                <a:solidFill>
                  <a:schemeClr val="lt1"/>
                </a:solidFill>
                <a:latin typeface="HeadLineA"/>
                <a:ea typeface="HeadLineA"/>
                <a:cs typeface="HeadLineA"/>
                <a:sym typeface="HeadLineA"/>
              </a:endParaRPr>
            </a:p>
          </p:txBody>
        </p:sp>
      </p:grpSp>
      <p:sp>
        <p:nvSpPr>
          <p:cNvPr id="65" name="Google Shape;3962;p51">
            <a:extLst>
              <a:ext uri="{FF2B5EF4-FFF2-40B4-BE49-F238E27FC236}">
                <a16:creationId xmlns:a16="http://schemas.microsoft.com/office/drawing/2014/main" id="{31593072-14D8-1997-FBA8-1D3D0803EAEB}"/>
              </a:ext>
            </a:extLst>
          </p:cNvPr>
          <p:cNvSpPr txBox="1"/>
          <p:nvPr/>
        </p:nvSpPr>
        <p:spPr>
          <a:xfrm>
            <a:off x="4414418" y="1488318"/>
            <a:ext cx="396887" cy="139649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565" dirty="0">
                <a:solidFill>
                  <a:schemeClr val="dk1"/>
                </a:solidFill>
                <a:latin typeface="HeadLineA"/>
                <a:ea typeface="HeadLineA"/>
                <a:sym typeface="HeadLineA"/>
              </a:rPr>
              <a:t>D1</a:t>
            </a:r>
          </a:p>
          <a:p>
            <a:pPr marL="0" marR="0" lvl="0" indent="0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565" dirty="0">
                <a:solidFill>
                  <a:schemeClr val="dk1"/>
                </a:solidFill>
                <a:latin typeface="HeadLineA"/>
                <a:ea typeface="HeadLineA"/>
                <a:sym typeface="HeadLineA"/>
              </a:rPr>
              <a:t>C1</a:t>
            </a:r>
          </a:p>
          <a:p>
            <a:pPr marL="0" marR="0" lvl="0" indent="0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565" dirty="0">
                <a:solidFill>
                  <a:schemeClr val="dk1"/>
                </a:solidFill>
                <a:latin typeface="HeadLineA"/>
                <a:ea typeface="HeadLineA"/>
                <a:sym typeface="HeadLineA"/>
              </a:rPr>
              <a:t>C2</a:t>
            </a:r>
          </a:p>
          <a:p>
            <a:pPr marL="0" marR="0" lvl="0" indent="0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565" dirty="0">
                <a:solidFill>
                  <a:schemeClr val="dk1"/>
                </a:solidFill>
                <a:latin typeface="HeadLineA"/>
                <a:ea typeface="HeadLineA"/>
                <a:sym typeface="HeadLineA"/>
              </a:rPr>
              <a:t>E3</a:t>
            </a:r>
          </a:p>
          <a:p>
            <a:pPr marL="0" marR="0" lvl="0" indent="0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565" dirty="0">
                <a:solidFill>
                  <a:schemeClr val="dk1"/>
                </a:solidFill>
                <a:latin typeface="HeadLineA"/>
                <a:ea typeface="HeadLineA"/>
                <a:sym typeface="HeadLineA"/>
              </a:rPr>
              <a:t>GND</a:t>
            </a:r>
          </a:p>
          <a:p>
            <a:pPr marL="0" marR="0" lvl="0" indent="0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565" dirty="0">
                <a:solidFill>
                  <a:schemeClr val="dk1"/>
                </a:solidFill>
                <a:latin typeface="HeadLineA"/>
                <a:ea typeface="HeadLineA"/>
                <a:sym typeface="HeadLineA"/>
              </a:rPr>
              <a:t>3V3</a:t>
            </a:r>
          </a:p>
          <a:p>
            <a:pPr marL="0" marR="0" lvl="0" indent="0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565" dirty="0">
                <a:solidFill>
                  <a:schemeClr val="dk1"/>
                </a:solidFill>
                <a:latin typeface="HeadLineA"/>
                <a:ea typeface="HeadLineA"/>
                <a:sym typeface="HeadLineA"/>
              </a:rPr>
              <a:t>B4</a:t>
            </a:r>
          </a:p>
          <a:p>
            <a:pPr marL="0" marR="0" lvl="0" indent="0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565" dirty="0">
                <a:solidFill>
                  <a:schemeClr val="dk1"/>
                </a:solidFill>
                <a:latin typeface="HeadLineA"/>
                <a:ea typeface="HeadLineA"/>
                <a:sym typeface="HeadLineA"/>
              </a:rPr>
              <a:t>5V</a:t>
            </a:r>
          </a:p>
          <a:p>
            <a:pPr marL="0" marR="0" lvl="0" indent="0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565" dirty="0">
                <a:solidFill>
                  <a:schemeClr val="dk1"/>
                </a:solidFill>
                <a:latin typeface="HeadLineA"/>
                <a:ea typeface="HeadLineA"/>
                <a:sym typeface="HeadLineA"/>
              </a:rPr>
              <a:t>D3</a:t>
            </a:r>
          </a:p>
          <a:p>
            <a:pPr marL="0" marR="0" lvl="0" indent="0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565" dirty="0">
                <a:solidFill>
                  <a:schemeClr val="dk1"/>
                </a:solidFill>
                <a:latin typeface="HeadLineA"/>
                <a:ea typeface="HeadLineA"/>
                <a:sym typeface="HeadLineA"/>
              </a:rPr>
              <a:t>C17</a:t>
            </a:r>
          </a:p>
          <a:p>
            <a:pPr marL="0" marR="0" lvl="0" indent="0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565" dirty="0">
                <a:solidFill>
                  <a:schemeClr val="dk1"/>
                </a:solidFill>
                <a:latin typeface="HeadLineA"/>
                <a:ea typeface="HeadLineA"/>
                <a:sym typeface="HeadLineA"/>
              </a:rPr>
              <a:t>B18</a:t>
            </a:r>
          </a:p>
          <a:p>
            <a:pPr marL="0" marR="0" lvl="0" indent="0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565" dirty="0">
                <a:solidFill>
                  <a:schemeClr val="dk1"/>
                </a:solidFill>
                <a:latin typeface="HeadLineA"/>
                <a:ea typeface="HeadLineA"/>
                <a:sym typeface="HeadLineA"/>
              </a:rPr>
              <a:t>B20</a:t>
            </a:r>
          </a:p>
          <a:p>
            <a:pPr marL="0" marR="0" lvl="0" indent="0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565" dirty="0">
                <a:solidFill>
                  <a:schemeClr val="dk1"/>
                </a:solidFill>
                <a:latin typeface="HeadLineA"/>
                <a:ea typeface="HeadLineA"/>
                <a:sym typeface="HeadLineA"/>
              </a:rPr>
              <a:t>F20</a:t>
            </a:r>
          </a:p>
          <a:p>
            <a:pPr marL="0" marR="0" lvl="0" indent="0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565" dirty="0">
                <a:solidFill>
                  <a:schemeClr val="dk1"/>
                </a:solidFill>
                <a:latin typeface="HeadLineA"/>
                <a:ea typeface="HeadLineA"/>
                <a:sym typeface="HeadLineA"/>
              </a:rPr>
              <a:t>GND</a:t>
            </a:r>
          </a:p>
          <a:p>
            <a:pPr marL="0" marR="0" lvl="0" indent="0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565" dirty="0">
                <a:solidFill>
                  <a:schemeClr val="dk1"/>
                </a:solidFill>
                <a:latin typeface="HeadLineA"/>
                <a:ea typeface="HeadLineA"/>
                <a:sym typeface="HeadLineA"/>
              </a:rPr>
              <a:t>3V3</a:t>
            </a:r>
            <a:endParaRPr dirty="0"/>
          </a:p>
        </p:txBody>
      </p:sp>
      <p:grpSp>
        <p:nvGrpSpPr>
          <p:cNvPr id="66" name="Google Shape;3963;p51">
            <a:extLst>
              <a:ext uri="{FF2B5EF4-FFF2-40B4-BE49-F238E27FC236}">
                <a16:creationId xmlns:a16="http://schemas.microsoft.com/office/drawing/2014/main" id="{53441281-6BA9-4D4B-5F5E-C0E7A3926926}"/>
              </a:ext>
            </a:extLst>
          </p:cNvPr>
          <p:cNvGrpSpPr/>
          <p:nvPr/>
        </p:nvGrpSpPr>
        <p:grpSpPr>
          <a:xfrm>
            <a:off x="4201578" y="1483506"/>
            <a:ext cx="344916" cy="1396496"/>
            <a:chOff x="5407550" y="3284884"/>
            <a:chExt cx="344916" cy="1396496"/>
          </a:xfrm>
        </p:grpSpPr>
        <p:sp>
          <p:nvSpPr>
            <p:cNvPr id="67" name="Google Shape;3964;p51">
              <a:extLst>
                <a:ext uri="{FF2B5EF4-FFF2-40B4-BE49-F238E27FC236}">
                  <a16:creationId xmlns:a16="http://schemas.microsoft.com/office/drawing/2014/main" id="{1D780E52-0EB8-DC74-79C1-6AC5A6A15CCE}"/>
                </a:ext>
              </a:extLst>
            </p:cNvPr>
            <p:cNvSpPr txBox="1"/>
            <p:nvPr/>
          </p:nvSpPr>
          <p:spPr>
            <a:xfrm>
              <a:off x="5510092" y="3284884"/>
              <a:ext cx="242374" cy="1396496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 marL="0" marR="0" lvl="0" indent="0" algn="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565" dirty="0">
                  <a:solidFill>
                    <a:schemeClr val="dk1"/>
                  </a:solidFill>
                  <a:latin typeface="HeadLineA"/>
                  <a:ea typeface="HeadLineA"/>
                  <a:sym typeface="HeadLineA"/>
                </a:rPr>
                <a:t>29</a:t>
              </a:r>
            </a:p>
            <a:p>
              <a:pPr marL="0" marR="0" lvl="0" indent="0" algn="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565" dirty="0">
                  <a:solidFill>
                    <a:schemeClr val="dk1"/>
                  </a:solidFill>
                  <a:latin typeface="HeadLineA"/>
                  <a:ea typeface="HeadLineA"/>
                  <a:sym typeface="HeadLineA"/>
                </a:rPr>
                <a:t>27</a:t>
              </a:r>
            </a:p>
            <a:p>
              <a:pPr marL="0" marR="0" lvl="0" indent="0" algn="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565" dirty="0">
                  <a:solidFill>
                    <a:schemeClr val="dk1"/>
                  </a:solidFill>
                  <a:latin typeface="HeadLineA"/>
                  <a:ea typeface="HeadLineA"/>
                  <a:sym typeface="HeadLineA"/>
                </a:rPr>
                <a:t>25</a:t>
              </a:r>
            </a:p>
            <a:p>
              <a:pPr marL="0" marR="0" lvl="0" indent="0" algn="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565" dirty="0">
                  <a:solidFill>
                    <a:schemeClr val="dk1"/>
                  </a:solidFill>
                  <a:latin typeface="HeadLineA"/>
                  <a:ea typeface="HeadLineA"/>
                  <a:sym typeface="HeadLineA"/>
                </a:rPr>
                <a:t>23</a:t>
              </a:r>
            </a:p>
            <a:p>
              <a:pPr marL="0" marR="0" lvl="0" indent="0" algn="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565" dirty="0">
                  <a:solidFill>
                    <a:schemeClr val="dk1"/>
                  </a:solidFill>
                  <a:latin typeface="HeadLineA"/>
                  <a:ea typeface="HeadLineA"/>
                  <a:sym typeface="HeadLineA"/>
                </a:rPr>
                <a:t>21</a:t>
              </a:r>
            </a:p>
            <a:p>
              <a:pPr marL="0" marR="0" lvl="0" indent="0" algn="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565" dirty="0">
                  <a:solidFill>
                    <a:schemeClr val="dk1"/>
                  </a:solidFill>
                  <a:latin typeface="HeadLineA"/>
                  <a:ea typeface="HeadLineA"/>
                  <a:sym typeface="HeadLineA"/>
                </a:rPr>
                <a:t>19</a:t>
              </a:r>
            </a:p>
            <a:p>
              <a:pPr marL="0" marR="0" lvl="0" indent="0" algn="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565" dirty="0">
                  <a:solidFill>
                    <a:schemeClr val="dk1"/>
                  </a:solidFill>
                  <a:latin typeface="HeadLineA"/>
                  <a:ea typeface="HeadLineA"/>
                  <a:sym typeface="HeadLineA"/>
                </a:rPr>
                <a:t>17</a:t>
              </a:r>
            </a:p>
            <a:p>
              <a:pPr marL="0" marR="0" lvl="0" indent="0" algn="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565" dirty="0">
                  <a:solidFill>
                    <a:schemeClr val="dk1"/>
                  </a:solidFill>
                  <a:latin typeface="HeadLineA"/>
                  <a:ea typeface="HeadLineA"/>
                  <a:sym typeface="HeadLineA"/>
                </a:rPr>
                <a:t>15</a:t>
              </a:r>
            </a:p>
            <a:p>
              <a:pPr marL="0" marR="0" lvl="0" indent="0" algn="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565" dirty="0">
                  <a:solidFill>
                    <a:schemeClr val="dk1"/>
                  </a:solidFill>
                  <a:latin typeface="HeadLineA"/>
                  <a:ea typeface="HeadLineA"/>
                  <a:sym typeface="HeadLineA"/>
                </a:rPr>
                <a:t>13</a:t>
              </a:r>
            </a:p>
            <a:p>
              <a:pPr marL="0" marR="0" lvl="0" indent="0" algn="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565" dirty="0">
                  <a:solidFill>
                    <a:schemeClr val="dk1"/>
                  </a:solidFill>
                  <a:latin typeface="HeadLineA"/>
                  <a:ea typeface="HeadLineA"/>
                  <a:sym typeface="HeadLineA"/>
                </a:rPr>
                <a:t>11</a:t>
              </a:r>
            </a:p>
            <a:p>
              <a:pPr marL="0" marR="0" lvl="0" indent="0" algn="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565" dirty="0">
                  <a:solidFill>
                    <a:schemeClr val="dk1"/>
                  </a:solidFill>
                  <a:latin typeface="HeadLineA"/>
                  <a:ea typeface="HeadLineA"/>
                  <a:sym typeface="HeadLineA"/>
                </a:rPr>
                <a:t>9</a:t>
              </a:r>
            </a:p>
            <a:p>
              <a:pPr marL="0" marR="0" lvl="0" indent="0" algn="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565" dirty="0">
                  <a:solidFill>
                    <a:schemeClr val="dk1"/>
                  </a:solidFill>
                  <a:latin typeface="HeadLineA"/>
                  <a:ea typeface="HeadLineA"/>
                  <a:sym typeface="HeadLineA"/>
                </a:rPr>
                <a:t>7</a:t>
              </a:r>
            </a:p>
            <a:p>
              <a:pPr marL="0" marR="0" lvl="0" indent="0" algn="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565" dirty="0">
                  <a:solidFill>
                    <a:schemeClr val="dk1"/>
                  </a:solidFill>
                  <a:latin typeface="HeadLineA"/>
                  <a:ea typeface="HeadLineA"/>
                  <a:sym typeface="HeadLineA"/>
                </a:rPr>
                <a:t>5</a:t>
              </a:r>
            </a:p>
            <a:p>
              <a:pPr marL="0" marR="0" lvl="0" indent="0" algn="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565" dirty="0">
                  <a:solidFill>
                    <a:schemeClr val="dk1"/>
                  </a:solidFill>
                  <a:latin typeface="HeadLineA"/>
                  <a:ea typeface="HeadLineA"/>
                  <a:sym typeface="HeadLineA"/>
                </a:rPr>
                <a:t>3</a:t>
              </a:r>
            </a:p>
            <a:p>
              <a:pPr marL="0" marR="0" lvl="0" indent="0" algn="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565" dirty="0">
                  <a:solidFill>
                    <a:schemeClr val="dk1"/>
                  </a:solidFill>
                  <a:latin typeface="HeadLineA"/>
                  <a:ea typeface="HeadLineA"/>
                  <a:sym typeface="HeadLineA"/>
                </a:rPr>
                <a:t>1</a:t>
              </a:r>
            </a:p>
          </p:txBody>
        </p:sp>
        <p:sp>
          <p:nvSpPr>
            <p:cNvPr id="68" name="Google Shape;3965;p51">
              <a:extLst>
                <a:ext uri="{FF2B5EF4-FFF2-40B4-BE49-F238E27FC236}">
                  <a16:creationId xmlns:a16="http://schemas.microsoft.com/office/drawing/2014/main" id="{9D031FEB-10F6-B6BD-6C22-13876CA99E83}"/>
                </a:ext>
              </a:extLst>
            </p:cNvPr>
            <p:cNvSpPr txBox="1"/>
            <p:nvPr/>
          </p:nvSpPr>
          <p:spPr>
            <a:xfrm>
              <a:off x="5407550" y="3284884"/>
              <a:ext cx="242374" cy="1396496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 marL="0" marR="0" lvl="0" indent="0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565" dirty="0">
                  <a:solidFill>
                    <a:schemeClr val="dk1"/>
                  </a:solidFill>
                  <a:latin typeface="HeadLineA"/>
                  <a:ea typeface="HeadLineA"/>
                  <a:sym typeface="HeadLineA"/>
                </a:rPr>
                <a:t>30</a:t>
              </a:r>
            </a:p>
            <a:p>
              <a:pPr marL="0" marR="0" lvl="0" indent="0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565" dirty="0">
                  <a:solidFill>
                    <a:schemeClr val="dk1"/>
                  </a:solidFill>
                  <a:latin typeface="HeadLineA"/>
                  <a:ea typeface="HeadLineA"/>
                  <a:sym typeface="HeadLineA"/>
                </a:rPr>
                <a:t>28</a:t>
              </a:r>
            </a:p>
            <a:p>
              <a:pPr marL="0" marR="0" lvl="0" indent="0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565" dirty="0">
                  <a:solidFill>
                    <a:schemeClr val="dk1"/>
                  </a:solidFill>
                  <a:latin typeface="HeadLineA"/>
                  <a:ea typeface="HeadLineA"/>
                  <a:sym typeface="HeadLineA"/>
                </a:rPr>
                <a:t>26</a:t>
              </a:r>
            </a:p>
            <a:p>
              <a:pPr marL="0" marR="0" lvl="0" indent="0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565" dirty="0">
                  <a:solidFill>
                    <a:schemeClr val="dk1"/>
                  </a:solidFill>
                  <a:latin typeface="HeadLineA"/>
                  <a:ea typeface="HeadLineA"/>
                  <a:sym typeface="HeadLineA"/>
                </a:rPr>
                <a:t>24</a:t>
              </a:r>
            </a:p>
            <a:p>
              <a:pPr marL="0" marR="0" lvl="0" indent="0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565" dirty="0">
                  <a:solidFill>
                    <a:schemeClr val="dk1"/>
                  </a:solidFill>
                  <a:latin typeface="HeadLineA"/>
                  <a:ea typeface="HeadLineA"/>
                  <a:sym typeface="HeadLineA"/>
                </a:rPr>
                <a:t>22</a:t>
              </a:r>
            </a:p>
            <a:p>
              <a:pPr marL="0" marR="0" lvl="0" indent="0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565" dirty="0">
                  <a:solidFill>
                    <a:schemeClr val="dk1"/>
                  </a:solidFill>
                  <a:latin typeface="HeadLineA"/>
                  <a:ea typeface="HeadLineA"/>
                  <a:sym typeface="HeadLineA"/>
                </a:rPr>
                <a:t>20</a:t>
              </a:r>
            </a:p>
            <a:p>
              <a:pPr marL="0" marR="0" lvl="0" indent="0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565" dirty="0">
                  <a:solidFill>
                    <a:schemeClr val="dk1"/>
                  </a:solidFill>
                  <a:latin typeface="HeadLineA"/>
                  <a:ea typeface="HeadLineA"/>
                  <a:sym typeface="HeadLineA"/>
                </a:rPr>
                <a:t>18</a:t>
              </a:r>
            </a:p>
            <a:p>
              <a:pPr marL="0" marR="0" lvl="0" indent="0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565" dirty="0">
                  <a:solidFill>
                    <a:schemeClr val="dk1"/>
                  </a:solidFill>
                  <a:latin typeface="HeadLineA"/>
                  <a:ea typeface="HeadLineA"/>
                  <a:sym typeface="HeadLineA"/>
                </a:rPr>
                <a:t>16</a:t>
              </a:r>
            </a:p>
            <a:p>
              <a:pPr marL="0" marR="0" lvl="0" indent="0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565" dirty="0">
                  <a:solidFill>
                    <a:schemeClr val="dk1"/>
                  </a:solidFill>
                  <a:latin typeface="HeadLineA"/>
                  <a:ea typeface="HeadLineA"/>
                  <a:sym typeface="HeadLineA"/>
                </a:rPr>
                <a:t>14</a:t>
              </a:r>
            </a:p>
            <a:p>
              <a:pPr marL="0" marR="0" lvl="0" indent="0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565" dirty="0">
                  <a:solidFill>
                    <a:schemeClr val="dk1"/>
                  </a:solidFill>
                  <a:latin typeface="HeadLineA"/>
                  <a:ea typeface="HeadLineA"/>
                  <a:sym typeface="HeadLineA"/>
                </a:rPr>
                <a:t>12</a:t>
              </a:r>
            </a:p>
            <a:p>
              <a:pPr marL="0" marR="0" lvl="0" indent="0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565" dirty="0">
                  <a:solidFill>
                    <a:schemeClr val="dk1"/>
                  </a:solidFill>
                  <a:latin typeface="HeadLineA"/>
                  <a:ea typeface="HeadLineA"/>
                  <a:sym typeface="HeadLineA"/>
                </a:rPr>
                <a:t>10</a:t>
              </a:r>
            </a:p>
            <a:p>
              <a:pPr marL="0" marR="0" lvl="0" indent="0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565" dirty="0">
                  <a:solidFill>
                    <a:schemeClr val="dk1"/>
                  </a:solidFill>
                  <a:latin typeface="HeadLineA"/>
                  <a:ea typeface="HeadLineA"/>
                  <a:sym typeface="HeadLineA"/>
                </a:rPr>
                <a:t>8</a:t>
              </a:r>
            </a:p>
            <a:p>
              <a:pPr marL="0" marR="0" lvl="0" indent="0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565" dirty="0">
                  <a:solidFill>
                    <a:schemeClr val="dk1"/>
                  </a:solidFill>
                  <a:latin typeface="HeadLineA"/>
                  <a:ea typeface="HeadLineA"/>
                  <a:sym typeface="HeadLineA"/>
                </a:rPr>
                <a:t>6</a:t>
              </a:r>
            </a:p>
            <a:p>
              <a:pPr marL="0" marR="0" lvl="0" indent="0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565" dirty="0">
                  <a:solidFill>
                    <a:schemeClr val="dk1"/>
                  </a:solidFill>
                  <a:latin typeface="HeadLineA"/>
                  <a:ea typeface="HeadLineA"/>
                  <a:sym typeface="HeadLineA"/>
                </a:rPr>
                <a:t>4</a:t>
              </a:r>
            </a:p>
            <a:p>
              <a:pPr marL="0" marR="0" lvl="0" indent="0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565" dirty="0">
                  <a:solidFill>
                    <a:schemeClr val="dk1"/>
                  </a:solidFill>
                  <a:latin typeface="HeadLineA"/>
                  <a:ea typeface="HeadLineA"/>
                  <a:sym typeface="HeadLineA"/>
                </a:rPr>
                <a:t>2</a:t>
              </a:r>
              <a:endParaRPr lang="en-US" sz="565" dirty="0">
                <a:solidFill>
                  <a:schemeClr val="dk1"/>
                </a:solidFill>
                <a:latin typeface="HeadLineA"/>
                <a:ea typeface="HeadLineA"/>
                <a:cs typeface="HeadLineA"/>
                <a:sym typeface="HeadLineA"/>
              </a:endParaRPr>
            </a:p>
          </p:txBody>
        </p:sp>
        <p:sp>
          <p:nvSpPr>
            <p:cNvPr id="69" name="Google Shape;3966;p51">
              <a:extLst>
                <a:ext uri="{FF2B5EF4-FFF2-40B4-BE49-F238E27FC236}">
                  <a16:creationId xmlns:a16="http://schemas.microsoft.com/office/drawing/2014/main" id="{B1B01671-7890-F715-B9ED-9D019A8D2CCA}"/>
                </a:ext>
              </a:extLst>
            </p:cNvPr>
            <p:cNvSpPr/>
            <p:nvPr/>
          </p:nvSpPr>
          <p:spPr>
            <a:xfrm>
              <a:off x="5466802" y="3319921"/>
              <a:ext cx="211420" cy="1314450"/>
            </a:xfrm>
            <a:prstGeom prst="rect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miter lim="800000"/>
              <a:headEnd type="none" w="sm" len="sm"/>
              <a:tailEnd type="none" w="sm" len="sm"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565">
                <a:solidFill>
                  <a:schemeClr val="lt1"/>
                </a:solidFill>
                <a:latin typeface="HeadLineA"/>
                <a:ea typeface="HeadLineA"/>
                <a:cs typeface="HeadLineA"/>
                <a:sym typeface="HeadLineA"/>
              </a:endParaRPr>
            </a:p>
          </p:txBody>
        </p:sp>
      </p:grpSp>
      <p:sp>
        <p:nvSpPr>
          <p:cNvPr id="64" name="Google Shape;3961;p51">
            <a:extLst>
              <a:ext uri="{FF2B5EF4-FFF2-40B4-BE49-F238E27FC236}">
                <a16:creationId xmlns:a16="http://schemas.microsoft.com/office/drawing/2014/main" id="{11FAC6F7-8484-4192-DC11-DBC37943BF58}"/>
              </a:ext>
            </a:extLst>
          </p:cNvPr>
          <p:cNvSpPr txBox="1"/>
          <p:nvPr/>
        </p:nvSpPr>
        <p:spPr>
          <a:xfrm>
            <a:off x="4572000" y="1488318"/>
            <a:ext cx="396887" cy="139649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565" dirty="0">
                <a:solidFill>
                  <a:schemeClr val="dk1"/>
                </a:solidFill>
                <a:latin typeface="HeadLineA"/>
                <a:ea typeface="HeadLineA"/>
                <a:cs typeface="HeadLineA"/>
                <a:sym typeface="HeadLineA"/>
              </a:rPr>
              <a:t>E2</a:t>
            </a:r>
          </a:p>
          <a:p>
            <a:pPr marL="0" marR="0" lvl="0" indent="0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565" dirty="0">
                <a:solidFill>
                  <a:schemeClr val="dk1"/>
                </a:solidFill>
                <a:latin typeface="HeadLineA"/>
                <a:ea typeface="HeadLineA"/>
                <a:sym typeface="HeadLineA"/>
              </a:rPr>
              <a:t>D2</a:t>
            </a:r>
          </a:p>
          <a:p>
            <a:pPr marL="0" marR="0" lvl="0" indent="0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565" dirty="0">
                <a:solidFill>
                  <a:schemeClr val="dk1"/>
                </a:solidFill>
                <a:latin typeface="HeadLineA"/>
                <a:ea typeface="HeadLineA"/>
                <a:sym typeface="HeadLineA"/>
              </a:rPr>
              <a:t>B1</a:t>
            </a:r>
          </a:p>
          <a:p>
            <a:pPr marL="0" marR="0" lvl="0" indent="0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565" dirty="0">
                <a:solidFill>
                  <a:schemeClr val="dk1"/>
                </a:solidFill>
                <a:latin typeface="HeadLineA"/>
                <a:ea typeface="HeadLineA"/>
                <a:sym typeface="HeadLineA"/>
              </a:rPr>
              <a:t>A3</a:t>
            </a:r>
          </a:p>
          <a:p>
            <a:pPr marL="0" marR="0" lvl="0" indent="0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565" dirty="0">
                <a:solidFill>
                  <a:schemeClr val="dk1"/>
                </a:solidFill>
                <a:latin typeface="HeadLineA"/>
                <a:ea typeface="HeadLineA"/>
                <a:sym typeface="HeadLineA"/>
              </a:rPr>
              <a:t>GND</a:t>
            </a:r>
          </a:p>
          <a:p>
            <a:pPr marL="0" marR="0" lvl="0" indent="0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565" dirty="0">
                <a:solidFill>
                  <a:schemeClr val="dk1"/>
                </a:solidFill>
                <a:latin typeface="HeadLineA"/>
                <a:ea typeface="HeadLineA"/>
                <a:sym typeface="HeadLineA"/>
              </a:rPr>
              <a:t>3V3</a:t>
            </a:r>
          </a:p>
          <a:p>
            <a:pPr marL="0" marR="0" lvl="0" indent="0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565" dirty="0">
                <a:solidFill>
                  <a:schemeClr val="dk1"/>
                </a:solidFill>
                <a:latin typeface="HeadLineA"/>
                <a:ea typeface="HeadLineA"/>
                <a:sym typeface="HeadLineA"/>
              </a:rPr>
              <a:t>C3</a:t>
            </a:r>
          </a:p>
          <a:p>
            <a:pPr marL="0" marR="0" lvl="0" indent="0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565" dirty="0">
                <a:solidFill>
                  <a:schemeClr val="dk1"/>
                </a:solidFill>
                <a:latin typeface="HeadLineA"/>
                <a:ea typeface="HeadLineA"/>
                <a:sym typeface="HeadLineA"/>
              </a:rPr>
              <a:t>GND</a:t>
            </a:r>
          </a:p>
          <a:p>
            <a:pPr marL="0" marR="0" lvl="0" indent="0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565" dirty="0">
                <a:solidFill>
                  <a:schemeClr val="dk1"/>
                </a:solidFill>
                <a:latin typeface="HeadLineA"/>
                <a:ea typeface="HeadLineA"/>
                <a:sym typeface="HeadLineA"/>
              </a:rPr>
              <a:t>C4</a:t>
            </a:r>
          </a:p>
          <a:p>
            <a:pPr marL="0" marR="0" lvl="0" indent="0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565" dirty="0">
                <a:solidFill>
                  <a:schemeClr val="dk1"/>
                </a:solidFill>
                <a:latin typeface="HeadLineA"/>
                <a:ea typeface="HeadLineA"/>
                <a:sym typeface="HeadLineA"/>
              </a:rPr>
              <a:t>A18</a:t>
            </a:r>
          </a:p>
          <a:p>
            <a:pPr marL="0" marR="0" lvl="0" indent="0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565" dirty="0">
                <a:solidFill>
                  <a:schemeClr val="dk1"/>
                </a:solidFill>
                <a:latin typeface="HeadLineA"/>
                <a:ea typeface="HeadLineA"/>
                <a:sym typeface="HeadLineA"/>
              </a:rPr>
              <a:t>A19</a:t>
            </a:r>
          </a:p>
          <a:p>
            <a:pPr marL="0" marR="0" lvl="0" indent="0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565" dirty="0">
                <a:solidFill>
                  <a:schemeClr val="dk1"/>
                </a:solidFill>
                <a:latin typeface="HeadLineA"/>
                <a:ea typeface="HeadLineA"/>
                <a:sym typeface="HeadLineA"/>
              </a:rPr>
              <a:t>B19</a:t>
            </a:r>
          </a:p>
          <a:p>
            <a:pPr marL="0" marR="0" lvl="0" indent="0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565" dirty="0">
                <a:solidFill>
                  <a:schemeClr val="dk1"/>
                </a:solidFill>
                <a:latin typeface="HeadLineA"/>
                <a:ea typeface="HeadLineA"/>
                <a:sym typeface="HeadLineA"/>
              </a:rPr>
              <a:t>D20</a:t>
            </a:r>
          </a:p>
          <a:p>
            <a:pPr marL="0" marR="0" lvl="0" indent="0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565" dirty="0">
                <a:solidFill>
                  <a:schemeClr val="dk1"/>
                </a:solidFill>
                <a:latin typeface="HeadLineA"/>
                <a:ea typeface="HeadLineA"/>
                <a:sym typeface="HeadLineA"/>
              </a:rPr>
              <a:t>GND</a:t>
            </a:r>
          </a:p>
          <a:p>
            <a:pPr marL="0" marR="0" lvl="0" indent="0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565" dirty="0">
                <a:solidFill>
                  <a:schemeClr val="dk1"/>
                </a:solidFill>
                <a:latin typeface="HeadLineA"/>
                <a:ea typeface="HeadLineA"/>
                <a:sym typeface="HeadLineA"/>
              </a:rPr>
              <a:t>3V3</a:t>
            </a: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3132365528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5817737-B40C-7C0C-E471-B09FDACFBB0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フッター プレースホルダー 3">
            <a:extLst>
              <a:ext uri="{FF2B5EF4-FFF2-40B4-BE49-F238E27FC236}">
                <a16:creationId xmlns:a16="http://schemas.microsoft.com/office/drawing/2014/main" id="{D74F3121-A602-E211-2B74-2A0D83D5BA7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kumimoji="1" lang="en-US" altLang="ja-JP"/>
              <a:t>Copyright (c) 2026. Kunihiko Ohnaka. All rights reserved.</a:t>
            </a:r>
            <a:endParaRPr kumimoji="1" lang="ja-JP" altLang="en-US"/>
          </a:p>
        </p:txBody>
      </p:sp>
      <p:sp>
        <p:nvSpPr>
          <p:cNvPr id="20" name="Google Shape;3961;p51">
            <a:extLst>
              <a:ext uri="{FF2B5EF4-FFF2-40B4-BE49-F238E27FC236}">
                <a16:creationId xmlns:a16="http://schemas.microsoft.com/office/drawing/2014/main" id="{7F0CF3EC-FC51-CA48-C51F-A9EE8F1266F9}"/>
              </a:ext>
            </a:extLst>
          </p:cNvPr>
          <p:cNvSpPr txBox="1"/>
          <p:nvPr/>
        </p:nvSpPr>
        <p:spPr>
          <a:xfrm rot="16200000">
            <a:off x="1146589" y="17741"/>
            <a:ext cx="396887" cy="122260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565" dirty="0">
                <a:solidFill>
                  <a:schemeClr val="dk1"/>
                </a:solidFill>
                <a:latin typeface="HeadLineA"/>
                <a:ea typeface="HeadLineA"/>
                <a:cs typeface="HeadLineA"/>
                <a:sym typeface="HeadLineA"/>
              </a:rPr>
              <a:t>SOGIN1</a:t>
            </a:r>
          </a:p>
          <a:p>
            <a:pPr marL="0" marR="0" lvl="0" indent="0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565" dirty="0">
                <a:solidFill>
                  <a:schemeClr val="dk1"/>
                </a:solidFill>
                <a:latin typeface="HeadLineA"/>
                <a:ea typeface="HeadLineA"/>
                <a:sym typeface="HeadLineA"/>
              </a:rPr>
              <a:t>AGND</a:t>
            </a:r>
            <a:endParaRPr dirty="0"/>
          </a:p>
          <a:p>
            <a:pPr marL="0" marR="0" lvl="0" indent="0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565" dirty="0">
                <a:solidFill>
                  <a:schemeClr val="dk1"/>
                </a:solidFill>
                <a:latin typeface="HeadLineA"/>
                <a:ea typeface="HeadLineA"/>
                <a:sym typeface="HeadLineA"/>
              </a:rPr>
              <a:t>AGND</a:t>
            </a:r>
            <a:endParaRPr dirty="0"/>
          </a:p>
          <a:p>
            <a:pPr marL="0" marR="0" lvl="0" indent="0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565" dirty="0">
                <a:solidFill>
                  <a:schemeClr val="dk1"/>
                </a:solidFill>
                <a:latin typeface="HeadLineA"/>
                <a:ea typeface="HeadLineA"/>
                <a:cs typeface="HeadLineA"/>
                <a:sym typeface="HeadLineA"/>
              </a:rPr>
              <a:t>AVDD</a:t>
            </a:r>
            <a:endParaRPr dirty="0"/>
          </a:p>
          <a:p>
            <a:pPr marL="0" marR="0" lvl="0" indent="0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565" dirty="0">
                <a:solidFill>
                  <a:schemeClr val="dk1"/>
                </a:solidFill>
                <a:latin typeface="HeadLineA"/>
                <a:ea typeface="HeadLineA"/>
                <a:cs typeface="HeadLineA"/>
                <a:sym typeface="HeadLineA"/>
              </a:rPr>
              <a:t>RIN3</a:t>
            </a:r>
            <a:endParaRPr dirty="0"/>
          </a:p>
          <a:p>
            <a:pPr marL="0" marR="0" lvl="0" indent="0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565" dirty="0">
                <a:solidFill>
                  <a:schemeClr val="dk1"/>
                </a:solidFill>
                <a:latin typeface="HeadLineA"/>
                <a:ea typeface="HeadLineA"/>
                <a:cs typeface="HeadLineA"/>
                <a:sym typeface="HeadLineA"/>
              </a:rPr>
              <a:t>RIN1</a:t>
            </a:r>
          </a:p>
          <a:p>
            <a:pPr marL="0" marR="0" lvl="0" indent="0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565" dirty="0">
                <a:solidFill>
                  <a:schemeClr val="dk1"/>
                </a:solidFill>
                <a:latin typeface="HeadLineA"/>
                <a:ea typeface="HeadLineA"/>
                <a:sym typeface="HeadLineA"/>
              </a:rPr>
              <a:t>A33VDD</a:t>
            </a:r>
            <a:endParaRPr dirty="0"/>
          </a:p>
          <a:p>
            <a:pPr marL="0" marR="0" lvl="0" indent="0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565" dirty="0">
                <a:solidFill>
                  <a:schemeClr val="dk1"/>
                </a:solidFill>
                <a:latin typeface="HeadLineA"/>
                <a:ea typeface="HeadLineA"/>
                <a:cs typeface="HeadLineA"/>
                <a:sym typeface="HeadLineA"/>
              </a:rPr>
              <a:t>A33GND</a:t>
            </a:r>
            <a:endParaRPr dirty="0"/>
          </a:p>
          <a:p>
            <a:pPr marL="0" marR="0" lvl="0" indent="0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565" dirty="0">
                <a:solidFill>
                  <a:schemeClr val="dk1"/>
                </a:solidFill>
                <a:latin typeface="HeadLineA"/>
                <a:ea typeface="HeadLineA"/>
                <a:cs typeface="HeadLineA"/>
                <a:sym typeface="HeadLineA"/>
              </a:rPr>
              <a:t>BIN2</a:t>
            </a:r>
            <a:endParaRPr dirty="0"/>
          </a:p>
          <a:p>
            <a:pPr marL="0" marR="0" lvl="0" indent="0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565" dirty="0">
                <a:solidFill>
                  <a:schemeClr val="dk1"/>
                </a:solidFill>
                <a:latin typeface="HeadLineA"/>
                <a:ea typeface="HeadLineA"/>
                <a:cs typeface="HeadLineA"/>
                <a:sym typeface="HeadLineA"/>
              </a:rPr>
              <a:t>AVDD</a:t>
            </a:r>
            <a:endParaRPr dirty="0"/>
          </a:p>
          <a:p>
            <a:pPr marL="0" marR="0" lvl="0" indent="0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565" dirty="0">
                <a:solidFill>
                  <a:schemeClr val="dk1"/>
                </a:solidFill>
                <a:latin typeface="HeadLineA"/>
                <a:ea typeface="HeadLineA"/>
                <a:cs typeface="HeadLineA"/>
                <a:sym typeface="HeadLineA"/>
              </a:rPr>
              <a:t>NSUB</a:t>
            </a:r>
            <a:endParaRPr dirty="0"/>
          </a:p>
          <a:p>
            <a:pPr marL="0" marR="0" lvl="0" indent="0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565" dirty="0">
                <a:solidFill>
                  <a:schemeClr val="dk1"/>
                </a:solidFill>
                <a:latin typeface="HeadLineA"/>
                <a:ea typeface="HeadLineA"/>
                <a:sym typeface="HeadLineA"/>
              </a:rPr>
              <a:t>VSOUT</a:t>
            </a:r>
            <a:endParaRPr dirty="0"/>
          </a:p>
          <a:p>
            <a:pPr marL="0" marR="0" lvl="0" indent="0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565" dirty="0">
                <a:solidFill>
                  <a:schemeClr val="dk1"/>
                </a:solidFill>
                <a:latin typeface="HeadLineA"/>
                <a:ea typeface="HeadLineA"/>
                <a:cs typeface="HeadLineA"/>
                <a:sym typeface="HeadLineA"/>
              </a:rPr>
              <a:t>SOGOUT</a:t>
            </a:r>
            <a:endParaRPr dirty="0"/>
          </a:p>
        </p:txBody>
      </p:sp>
      <p:sp>
        <p:nvSpPr>
          <p:cNvPr id="21" name="Google Shape;3962;p51">
            <a:extLst>
              <a:ext uri="{FF2B5EF4-FFF2-40B4-BE49-F238E27FC236}">
                <a16:creationId xmlns:a16="http://schemas.microsoft.com/office/drawing/2014/main" id="{F0BC5D1D-720E-0160-53CE-4345F672BA97}"/>
              </a:ext>
            </a:extLst>
          </p:cNvPr>
          <p:cNvSpPr txBox="1"/>
          <p:nvPr/>
        </p:nvSpPr>
        <p:spPr>
          <a:xfrm rot="16200000">
            <a:off x="1146588" y="243155"/>
            <a:ext cx="396887" cy="122260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565" dirty="0">
                <a:solidFill>
                  <a:schemeClr val="dk1"/>
                </a:solidFill>
                <a:latin typeface="HeadLineA"/>
                <a:ea typeface="HeadLineA"/>
                <a:cs typeface="HeadLineA"/>
                <a:sym typeface="HeadLineA"/>
              </a:rPr>
              <a:t>GIN1</a:t>
            </a:r>
            <a:endParaRPr dirty="0"/>
          </a:p>
          <a:p>
            <a:pPr marL="0" marR="0" lvl="0" indent="0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565" dirty="0">
                <a:solidFill>
                  <a:schemeClr val="dk1"/>
                </a:solidFill>
                <a:latin typeface="HeadLineA"/>
                <a:ea typeface="HeadLineA"/>
                <a:sym typeface="HeadLineA"/>
              </a:rPr>
              <a:t>AVDD</a:t>
            </a:r>
            <a:endParaRPr dirty="0"/>
          </a:p>
          <a:p>
            <a:pPr marL="0" marR="0" lvl="0" indent="0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565" dirty="0">
                <a:solidFill>
                  <a:schemeClr val="dk1"/>
                </a:solidFill>
                <a:latin typeface="HeadLineA"/>
                <a:ea typeface="HeadLineA"/>
                <a:cs typeface="HeadLineA"/>
                <a:sym typeface="HeadLineA"/>
              </a:rPr>
              <a:t>AVDD</a:t>
            </a:r>
            <a:endParaRPr dirty="0"/>
          </a:p>
          <a:p>
            <a:pPr marL="0" marR="0" lvl="0" indent="0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565" dirty="0">
                <a:solidFill>
                  <a:schemeClr val="dk1"/>
                </a:solidFill>
                <a:latin typeface="HeadLineA"/>
                <a:ea typeface="HeadLineA"/>
                <a:cs typeface="HeadLineA"/>
                <a:sym typeface="HeadLineA"/>
              </a:rPr>
              <a:t>AGND</a:t>
            </a:r>
            <a:endParaRPr dirty="0"/>
          </a:p>
          <a:p>
            <a:pPr marL="0" marR="0" lvl="0" indent="0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565" dirty="0">
                <a:solidFill>
                  <a:schemeClr val="dk1"/>
                </a:solidFill>
                <a:latin typeface="HeadLineA"/>
                <a:ea typeface="HeadLineA"/>
                <a:cs typeface="HeadLineA"/>
                <a:sym typeface="HeadLineA"/>
              </a:rPr>
              <a:t>RIN2</a:t>
            </a:r>
            <a:endParaRPr dirty="0"/>
          </a:p>
          <a:p>
            <a:pPr marL="0" marR="0" lvl="0" indent="0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565" dirty="0">
                <a:solidFill>
                  <a:schemeClr val="dk1"/>
                </a:solidFill>
                <a:latin typeface="HeadLineA"/>
                <a:ea typeface="HeadLineA"/>
                <a:sym typeface="HeadLineA"/>
              </a:rPr>
              <a:t>A33GND</a:t>
            </a:r>
            <a:endParaRPr dirty="0"/>
          </a:p>
          <a:p>
            <a:pPr marL="0" marR="0" lvl="0" indent="0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565" dirty="0">
                <a:solidFill>
                  <a:schemeClr val="dk1"/>
                </a:solidFill>
                <a:latin typeface="HeadLineA"/>
                <a:ea typeface="HeadLineA"/>
                <a:cs typeface="HeadLineA"/>
                <a:sym typeface="HeadLineA"/>
              </a:rPr>
              <a:t>A33VDD</a:t>
            </a:r>
            <a:endParaRPr dirty="0"/>
          </a:p>
          <a:p>
            <a:pPr marL="0" marR="0" lvl="0" indent="0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565" dirty="0">
                <a:solidFill>
                  <a:schemeClr val="dk1"/>
                </a:solidFill>
                <a:latin typeface="HeadLineA"/>
                <a:ea typeface="HeadLineA"/>
                <a:cs typeface="HeadLineA"/>
                <a:sym typeface="HeadLineA"/>
              </a:rPr>
              <a:t>BIN3</a:t>
            </a:r>
            <a:endParaRPr dirty="0"/>
          </a:p>
          <a:p>
            <a:pPr marL="0" marR="0" lvl="0" indent="0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565" dirty="0">
                <a:solidFill>
                  <a:schemeClr val="dk1"/>
                </a:solidFill>
                <a:latin typeface="HeadLineA"/>
                <a:ea typeface="HeadLineA"/>
                <a:cs typeface="HeadLineA"/>
                <a:sym typeface="HeadLineA"/>
              </a:rPr>
              <a:t>BIN1</a:t>
            </a:r>
            <a:endParaRPr dirty="0"/>
          </a:p>
          <a:p>
            <a:pPr marL="0" marR="0" lvl="0" indent="0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565" dirty="0">
                <a:solidFill>
                  <a:schemeClr val="dk1"/>
                </a:solidFill>
                <a:latin typeface="HeadLineA"/>
                <a:ea typeface="HeadLineA"/>
                <a:cs typeface="HeadLineA"/>
                <a:sym typeface="HeadLineA"/>
              </a:rPr>
              <a:t>AGND</a:t>
            </a:r>
            <a:endParaRPr dirty="0"/>
          </a:p>
          <a:p>
            <a:pPr marL="0" marR="0" lvl="0" indent="0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565" dirty="0">
                <a:solidFill>
                  <a:schemeClr val="dk1"/>
                </a:solidFill>
                <a:latin typeface="HeadLineA"/>
                <a:ea typeface="HeadLineA"/>
                <a:cs typeface="HeadLineA"/>
                <a:sym typeface="HeadLineA"/>
              </a:rPr>
              <a:t>FIDOUT</a:t>
            </a:r>
            <a:endParaRPr dirty="0"/>
          </a:p>
          <a:p>
            <a:pPr marL="0" marR="0" lvl="0" indent="0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565" dirty="0">
                <a:solidFill>
                  <a:schemeClr val="dk1"/>
                </a:solidFill>
                <a:latin typeface="HeadLineA"/>
                <a:ea typeface="HeadLineA"/>
                <a:cs typeface="HeadLineA"/>
                <a:sym typeface="HeadLineA"/>
              </a:rPr>
              <a:t>HSOUT</a:t>
            </a:r>
            <a:endParaRPr dirty="0"/>
          </a:p>
          <a:p>
            <a:pPr marL="0" marR="0" lvl="0" indent="0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565" dirty="0">
                <a:solidFill>
                  <a:schemeClr val="dk1"/>
                </a:solidFill>
                <a:latin typeface="HeadLineA"/>
                <a:ea typeface="HeadLineA"/>
                <a:cs typeface="HeadLineA"/>
                <a:sym typeface="HeadLineA"/>
              </a:rPr>
              <a:t>-</a:t>
            </a:r>
            <a:endParaRPr dirty="0"/>
          </a:p>
        </p:txBody>
      </p:sp>
      <p:grpSp>
        <p:nvGrpSpPr>
          <p:cNvPr id="22" name="Google Shape;3963;p51">
            <a:extLst>
              <a:ext uri="{FF2B5EF4-FFF2-40B4-BE49-F238E27FC236}">
                <a16:creationId xmlns:a16="http://schemas.microsoft.com/office/drawing/2014/main" id="{CB1B1E60-391F-E835-9B85-E2647C632F5E}"/>
              </a:ext>
            </a:extLst>
          </p:cNvPr>
          <p:cNvGrpSpPr/>
          <p:nvPr/>
        </p:nvGrpSpPr>
        <p:grpSpPr>
          <a:xfrm rot="16200000">
            <a:off x="1174176" y="475571"/>
            <a:ext cx="341708" cy="1222602"/>
            <a:chOff x="5407550" y="3286488"/>
            <a:chExt cx="341708" cy="1222602"/>
          </a:xfrm>
        </p:grpSpPr>
        <p:sp>
          <p:nvSpPr>
            <p:cNvPr id="23" name="Google Shape;3964;p51">
              <a:extLst>
                <a:ext uri="{FF2B5EF4-FFF2-40B4-BE49-F238E27FC236}">
                  <a16:creationId xmlns:a16="http://schemas.microsoft.com/office/drawing/2014/main" id="{F350CFD6-B7F4-9EF2-888F-F1BA8E42509F}"/>
                </a:ext>
              </a:extLst>
            </p:cNvPr>
            <p:cNvSpPr txBox="1"/>
            <p:nvPr/>
          </p:nvSpPr>
          <p:spPr>
            <a:xfrm>
              <a:off x="5506884" y="3286488"/>
              <a:ext cx="242374" cy="1222602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 marL="0" marR="0" lvl="0" indent="0" algn="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565" dirty="0">
                  <a:solidFill>
                    <a:schemeClr val="dk1"/>
                  </a:solidFill>
                  <a:latin typeface="HeadLineA"/>
                  <a:ea typeface="HeadLineA"/>
                  <a:cs typeface="HeadLineA"/>
                  <a:sym typeface="HeadLineA"/>
                </a:rPr>
                <a:t>1</a:t>
              </a:r>
              <a:endParaRPr dirty="0"/>
            </a:p>
            <a:p>
              <a:pPr marL="0" marR="0" lvl="0" indent="0" algn="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565" dirty="0">
                  <a:solidFill>
                    <a:schemeClr val="dk1"/>
                  </a:solidFill>
                  <a:latin typeface="HeadLineA"/>
                  <a:ea typeface="HeadLineA"/>
                  <a:cs typeface="HeadLineA"/>
                  <a:sym typeface="HeadLineA"/>
                </a:rPr>
                <a:t>3</a:t>
              </a:r>
              <a:endParaRPr dirty="0"/>
            </a:p>
            <a:p>
              <a:pPr marL="0" marR="0" lvl="0" indent="0" algn="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565" dirty="0">
                  <a:solidFill>
                    <a:schemeClr val="dk1"/>
                  </a:solidFill>
                  <a:latin typeface="HeadLineA"/>
                  <a:ea typeface="HeadLineA"/>
                  <a:cs typeface="HeadLineA"/>
                  <a:sym typeface="HeadLineA"/>
                </a:rPr>
                <a:t>5</a:t>
              </a:r>
              <a:endParaRPr dirty="0"/>
            </a:p>
            <a:p>
              <a:pPr marL="0" marR="0" lvl="0" indent="0" algn="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565" dirty="0">
                  <a:solidFill>
                    <a:schemeClr val="dk1"/>
                  </a:solidFill>
                  <a:latin typeface="HeadLineA"/>
                  <a:ea typeface="HeadLineA"/>
                  <a:cs typeface="HeadLineA"/>
                  <a:sym typeface="HeadLineA"/>
                </a:rPr>
                <a:t>7</a:t>
              </a:r>
              <a:endParaRPr dirty="0"/>
            </a:p>
            <a:p>
              <a:pPr marL="0" marR="0" lvl="0" indent="0" algn="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565" dirty="0">
                  <a:solidFill>
                    <a:schemeClr val="dk1"/>
                  </a:solidFill>
                  <a:latin typeface="HeadLineA"/>
                  <a:ea typeface="HeadLineA"/>
                  <a:cs typeface="HeadLineA"/>
                  <a:sym typeface="HeadLineA"/>
                </a:rPr>
                <a:t>9</a:t>
              </a:r>
              <a:endParaRPr dirty="0"/>
            </a:p>
            <a:p>
              <a:pPr marL="0" marR="0" lvl="0" indent="0" algn="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565" dirty="0">
                  <a:solidFill>
                    <a:schemeClr val="dk1"/>
                  </a:solidFill>
                  <a:latin typeface="HeadLineA"/>
                  <a:ea typeface="HeadLineA"/>
                  <a:cs typeface="HeadLineA"/>
                  <a:sym typeface="HeadLineA"/>
                </a:rPr>
                <a:t>11</a:t>
              </a:r>
              <a:endParaRPr dirty="0"/>
            </a:p>
            <a:p>
              <a:pPr marL="0" marR="0" lvl="0" indent="0" algn="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565" dirty="0">
                  <a:solidFill>
                    <a:schemeClr val="dk1"/>
                  </a:solidFill>
                  <a:latin typeface="HeadLineA"/>
                  <a:ea typeface="HeadLineA"/>
                  <a:cs typeface="HeadLineA"/>
                  <a:sym typeface="HeadLineA"/>
                </a:rPr>
                <a:t>13</a:t>
              </a:r>
              <a:endParaRPr dirty="0"/>
            </a:p>
            <a:p>
              <a:pPr marL="0" marR="0" lvl="0" indent="0" algn="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565" dirty="0">
                  <a:solidFill>
                    <a:schemeClr val="dk1"/>
                  </a:solidFill>
                  <a:latin typeface="HeadLineA"/>
                  <a:ea typeface="HeadLineA"/>
                  <a:cs typeface="HeadLineA"/>
                  <a:sym typeface="HeadLineA"/>
                </a:rPr>
                <a:t>15</a:t>
              </a:r>
              <a:endParaRPr dirty="0"/>
            </a:p>
            <a:p>
              <a:pPr marL="0" marR="0" lvl="0" indent="0" algn="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565" dirty="0">
                  <a:solidFill>
                    <a:schemeClr val="dk1"/>
                  </a:solidFill>
                  <a:latin typeface="HeadLineA"/>
                  <a:ea typeface="HeadLineA"/>
                  <a:cs typeface="HeadLineA"/>
                  <a:sym typeface="HeadLineA"/>
                </a:rPr>
                <a:t>17</a:t>
              </a:r>
              <a:endParaRPr dirty="0"/>
            </a:p>
            <a:p>
              <a:pPr marL="0" marR="0" lvl="0" indent="0" algn="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565" dirty="0">
                  <a:solidFill>
                    <a:schemeClr val="dk1"/>
                  </a:solidFill>
                  <a:latin typeface="HeadLineA"/>
                  <a:ea typeface="HeadLineA"/>
                  <a:cs typeface="HeadLineA"/>
                  <a:sym typeface="HeadLineA"/>
                </a:rPr>
                <a:t>19</a:t>
              </a:r>
              <a:endParaRPr dirty="0"/>
            </a:p>
            <a:p>
              <a:pPr marL="0" marR="0" lvl="0" indent="0" algn="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565" dirty="0">
                  <a:solidFill>
                    <a:schemeClr val="dk1"/>
                  </a:solidFill>
                  <a:latin typeface="HeadLineA"/>
                  <a:ea typeface="HeadLineA"/>
                  <a:cs typeface="HeadLineA"/>
                  <a:sym typeface="HeadLineA"/>
                </a:rPr>
                <a:t>21</a:t>
              </a:r>
              <a:endParaRPr dirty="0"/>
            </a:p>
            <a:p>
              <a:pPr marL="0" marR="0" lvl="0" indent="0" algn="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565" dirty="0">
                  <a:solidFill>
                    <a:schemeClr val="dk1"/>
                  </a:solidFill>
                  <a:latin typeface="HeadLineA"/>
                  <a:ea typeface="HeadLineA"/>
                  <a:cs typeface="HeadLineA"/>
                  <a:sym typeface="HeadLineA"/>
                </a:rPr>
                <a:t>23</a:t>
              </a:r>
              <a:endParaRPr dirty="0"/>
            </a:p>
            <a:p>
              <a:pPr marL="0" marR="0" lvl="0" indent="0" algn="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565" dirty="0">
                  <a:solidFill>
                    <a:schemeClr val="dk1"/>
                  </a:solidFill>
                  <a:latin typeface="HeadLineA"/>
                  <a:ea typeface="HeadLineA"/>
                  <a:cs typeface="HeadLineA"/>
                  <a:sym typeface="HeadLineA"/>
                </a:rPr>
                <a:t>25</a:t>
              </a:r>
              <a:endParaRPr dirty="0"/>
            </a:p>
          </p:txBody>
        </p:sp>
        <p:sp>
          <p:nvSpPr>
            <p:cNvPr id="24" name="Google Shape;3965;p51">
              <a:extLst>
                <a:ext uri="{FF2B5EF4-FFF2-40B4-BE49-F238E27FC236}">
                  <a16:creationId xmlns:a16="http://schemas.microsoft.com/office/drawing/2014/main" id="{EADDBDBD-440D-FCC7-C08A-3F9727EE00F3}"/>
                </a:ext>
              </a:extLst>
            </p:cNvPr>
            <p:cNvSpPr txBox="1"/>
            <p:nvPr/>
          </p:nvSpPr>
          <p:spPr>
            <a:xfrm>
              <a:off x="5407550" y="3286488"/>
              <a:ext cx="242374" cy="1222602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 marL="0" marR="0" lvl="0" indent="0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565" dirty="0">
                  <a:solidFill>
                    <a:schemeClr val="dk1"/>
                  </a:solidFill>
                  <a:latin typeface="HeadLineA"/>
                  <a:ea typeface="HeadLineA"/>
                  <a:cs typeface="HeadLineA"/>
                  <a:sym typeface="HeadLineA"/>
                </a:rPr>
                <a:t>2</a:t>
              </a:r>
              <a:endParaRPr dirty="0"/>
            </a:p>
            <a:p>
              <a:pPr marL="0" marR="0" lvl="0" indent="0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565" dirty="0">
                  <a:solidFill>
                    <a:schemeClr val="dk1"/>
                  </a:solidFill>
                  <a:latin typeface="HeadLineA"/>
                  <a:ea typeface="HeadLineA"/>
                  <a:cs typeface="HeadLineA"/>
                  <a:sym typeface="HeadLineA"/>
                </a:rPr>
                <a:t>4</a:t>
              </a:r>
              <a:endParaRPr dirty="0"/>
            </a:p>
            <a:p>
              <a:pPr marL="0" marR="0" lvl="0" indent="0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565" dirty="0">
                  <a:solidFill>
                    <a:schemeClr val="dk1"/>
                  </a:solidFill>
                  <a:latin typeface="HeadLineA"/>
                  <a:ea typeface="HeadLineA"/>
                  <a:cs typeface="HeadLineA"/>
                  <a:sym typeface="HeadLineA"/>
                </a:rPr>
                <a:t>6</a:t>
              </a:r>
              <a:endParaRPr dirty="0"/>
            </a:p>
            <a:p>
              <a:pPr marL="0" marR="0" lvl="0" indent="0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565" dirty="0">
                  <a:solidFill>
                    <a:schemeClr val="dk1"/>
                  </a:solidFill>
                  <a:latin typeface="HeadLineA"/>
                  <a:ea typeface="HeadLineA"/>
                  <a:cs typeface="HeadLineA"/>
                  <a:sym typeface="HeadLineA"/>
                </a:rPr>
                <a:t>8</a:t>
              </a:r>
              <a:endParaRPr dirty="0"/>
            </a:p>
            <a:p>
              <a:pPr marL="0" marR="0" lvl="0" indent="0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565" dirty="0">
                  <a:solidFill>
                    <a:schemeClr val="dk1"/>
                  </a:solidFill>
                  <a:latin typeface="HeadLineA"/>
                  <a:ea typeface="HeadLineA"/>
                  <a:cs typeface="HeadLineA"/>
                  <a:sym typeface="HeadLineA"/>
                </a:rPr>
                <a:t>10</a:t>
              </a:r>
              <a:endParaRPr dirty="0"/>
            </a:p>
            <a:p>
              <a:pPr marL="0" marR="0" lvl="0" indent="0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565" dirty="0">
                  <a:solidFill>
                    <a:schemeClr val="dk1"/>
                  </a:solidFill>
                  <a:latin typeface="HeadLineA"/>
                  <a:ea typeface="HeadLineA"/>
                  <a:cs typeface="HeadLineA"/>
                  <a:sym typeface="HeadLineA"/>
                </a:rPr>
                <a:t>12</a:t>
              </a:r>
              <a:endParaRPr dirty="0"/>
            </a:p>
            <a:p>
              <a:pPr marL="0" marR="0" lvl="0" indent="0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565" dirty="0">
                  <a:solidFill>
                    <a:schemeClr val="dk1"/>
                  </a:solidFill>
                  <a:latin typeface="HeadLineA"/>
                  <a:ea typeface="HeadLineA"/>
                  <a:cs typeface="HeadLineA"/>
                  <a:sym typeface="HeadLineA"/>
                </a:rPr>
                <a:t>14</a:t>
              </a:r>
              <a:endParaRPr dirty="0"/>
            </a:p>
            <a:p>
              <a:pPr marL="0" marR="0" lvl="0" indent="0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565" dirty="0">
                  <a:solidFill>
                    <a:schemeClr val="dk1"/>
                  </a:solidFill>
                  <a:latin typeface="HeadLineA"/>
                  <a:ea typeface="HeadLineA"/>
                  <a:cs typeface="HeadLineA"/>
                  <a:sym typeface="HeadLineA"/>
                </a:rPr>
                <a:t>16</a:t>
              </a:r>
              <a:endParaRPr dirty="0"/>
            </a:p>
            <a:p>
              <a:pPr marL="0" marR="0" lvl="0" indent="0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565" dirty="0">
                  <a:solidFill>
                    <a:schemeClr val="dk1"/>
                  </a:solidFill>
                  <a:latin typeface="HeadLineA"/>
                  <a:ea typeface="HeadLineA"/>
                  <a:cs typeface="HeadLineA"/>
                  <a:sym typeface="HeadLineA"/>
                </a:rPr>
                <a:t>18</a:t>
              </a:r>
              <a:endParaRPr dirty="0"/>
            </a:p>
            <a:p>
              <a:pPr marL="0" marR="0" lvl="0" indent="0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565" dirty="0">
                  <a:solidFill>
                    <a:schemeClr val="dk1"/>
                  </a:solidFill>
                  <a:latin typeface="HeadLineA"/>
                  <a:ea typeface="HeadLineA"/>
                  <a:cs typeface="HeadLineA"/>
                  <a:sym typeface="HeadLineA"/>
                </a:rPr>
                <a:t>20</a:t>
              </a:r>
              <a:endParaRPr dirty="0"/>
            </a:p>
            <a:p>
              <a:pPr marL="0" marR="0" lvl="0" indent="0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565" dirty="0">
                  <a:solidFill>
                    <a:schemeClr val="dk1"/>
                  </a:solidFill>
                  <a:latin typeface="HeadLineA"/>
                  <a:ea typeface="HeadLineA"/>
                  <a:cs typeface="HeadLineA"/>
                  <a:sym typeface="HeadLineA"/>
                </a:rPr>
                <a:t>22</a:t>
              </a:r>
              <a:endParaRPr dirty="0"/>
            </a:p>
            <a:p>
              <a:pPr marL="0" marR="0" lvl="0" indent="0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565" dirty="0">
                  <a:solidFill>
                    <a:schemeClr val="dk1"/>
                  </a:solidFill>
                  <a:latin typeface="HeadLineA"/>
                  <a:ea typeface="HeadLineA"/>
                  <a:cs typeface="HeadLineA"/>
                  <a:sym typeface="HeadLineA"/>
                </a:rPr>
                <a:t>24</a:t>
              </a:r>
              <a:br>
                <a:rPr lang="en-US" sz="565" dirty="0">
                  <a:solidFill>
                    <a:schemeClr val="dk1"/>
                  </a:solidFill>
                  <a:latin typeface="HeadLineA"/>
                  <a:ea typeface="HeadLineA"/>
                  <a:cs typeface="HeadLineA"/>
                  <a:sym typeface="HeadLineA"/>
                </a:rPr>
              </a:br>
              <a:r>
                <a:rPr lang="en-US" sz="565" dirty="0">
                  <a:solidFill>
                    <a:schemeClr val="dk1"/>
                  </a:solidFill>
                  <a:latin typeface="HeadLineA"/>
                  <a:ea typeface="HeadLineA"/>
                  <a:cs typeface="HeadLineA"/>
                  <a:sym typeface="HeadLineA"/>
                </a:rPr>
                <a:t>-</a:t>
              </a:r>
            </a:p>
          </p:txBody>
        </p:sp>
        <p:sp>
          <p:nvSpPr>
            <p:cNvPr id="25" name="Google Shape;3966;p51">
              <a:extLst>
                <a:ext uri="{FF2B5EF4-FFF2-40B4-BE49-F238E27FC236}">
                  <a16:creationId xmlns:a16="http://schemas.microsoft.com/office/drawing/2014/main" id="{7A4EBA6B-7FF7-2FE8-8801-8DF857A7DD1D}"/>
                </a:ext>
              </a:extLst>
            </p:cNvPr>
            <p:cNvSpPr/>
            <p:nvPr/>
          </p:nvSpPr>
          <p:spPr>
            <a:xfrm>
              <a:off x="5466802" y="3291340"/>
              <a:ext cx="211420" cy="1182803"/>
            </a:xfrm>
            <a:prstGeom prst="rect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miter lim="800000"/>
              <a:headEnd type="none" w="sm" len="sm"/>
              <a:tailEnd type="none" w="sm" len="sm"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565">
                <a:solidFill>
                  <a:schemeClr val="lt1"/>
                </a:solidFill>
                <a:latin typeface="HeadLineA"/>
                <a:ea typeface="HeadLineA"/>
                <a:cs typeface="HeadLineA"/>
                <a:sym typeface="HeadLineA"/>
              </a:endParaRPr>
            </a:p>
          </p:txBody>
        </p:sp>
      </p:grpSp>
      <p:grpSp>
        <p:nvGrpSpPr>
          <p:cNvPr id="12" name="グループ化 11">
            <a:extLst>
              <a:ext uri="{FF2B5EF4-FFF2-40B4-BE49-F238E27FC236}">
                <a16:creationId xmlns:a16="http://schemas.microsoft.com/office/drawing/2014/main" id="{C1740559-2B5B-4437-9C6C-3FC722ED7F16}"/>
              </a:ext>
            </a:extLst>
          </p:cNvPr>
          <p:cNvGrpSpPr/>
          <p:nvPr/>
        </p:nvGrpSpPr>
        <p:grpSpPr>
          <a:xfrm rot="16200000">
            <a:off x="908064" y="2106839"/>
            <a:ext cx="797747" cy="1226269"/>
            <a:chOff x="1114443" y="342153"/>
            <a:chExt cx="797747" cy="1226269"/>
          </a:xfrm>
        </p:grpSpPr>
        <p:sp>
          <p:nvSpPr>
            <p:cNvPr id="38" name="Google Shape;3961;p51">
              <a:extLst>
                <a:ext uri="{FF2B5EF4-FFF2-40B4-BE49-F238E27FC236}">
                  <a16:creationId xmlns:a16="http://schemas.microsoft.com/office/drawing/2014/main" id="{53108683-A2DD-2CF6-79C3-7C2F36BC5486}"/>
                </a:ext>
              </a:extLst>
            </p:cNvPr>
            <p:cNvSpPr txBox="1"/>
            <p:nvPr/>
          </p:nvSpPr>
          <p:spPr>
            <a:xfrm>
              <a:off x="1114443" y="345820"/>
              <a:ext cx="396887" cy="1222602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 marL="0" marR="0" lvl="0" indent="0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565" dirty="0">
                  <a:solidFill>
                    <a:schemeClr val="dk1"/>
                  </a:solidFill>
                  <a:latin typeface="HeadLineA"/>
                  <a:ea typeface="HeadLineA"/>
                  <a:sym typeface="HeadLineA"/>
                </a:rPr>
                <a:t>SDA</a:t>
              </a:r>
            </a:p>
            <a:p>
              <a:pPr marL="0" marR="0" lvl="0" indent="0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565" dirty="0">
                  <a:solidFill>
                    <a:schemeClr val="dk1"/>
                  </a:solidFill>
                  <a:latin typeface="HeadLineA"/>
                  <a:ea typeface="HeadLineA"/>
                  <a:sym typeface="HeadLineA"/>
                </a:rPr>
                <a:t>I2CA</a:t>
              </a:r>
            </a:p>
            <a:p>
              <a:pPr marL="0" marR="0" lvl="0" indent="0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565" dirty="0">
                  <a:solidFill>
                    <a:schemeClr val="dk1"/>
                  </a:solidFill>
                  <a:latin typeface="HeadLineA"/>
                  <a:ea typeface="HeadLineA"/>
                  <a:sym typeface="HeadLineA"/>
                </a:rPr>
                <a:t>RESETB</a:t>
              </a:r>
            </a:p>
            <a:p>
              <a:pPr marL="0" marR="0" lvl="0" indent="0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565" dirty="0">
                  <a:solidFill>
                    <a:schemeClr val="dk1"/>
                  </a:solidFill>
                  <a:latin typeface="HeadLineA"/>
                  <a:ea typeface="HeadLineA"/>
                  <a:sym typeface="HeadLineA"/>
                </a:rPr>
                <a:t>DVDD</a:t>
              </a:r>
            </a:p>
            <a:p>
              <a:pPr marL="0" marR="0" lvl="0" indent="0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565" dirty="0">
                  <a:solidFill>
                    <a:schemeClr val="dk1"/>
                  </a:solidFill>
                  <a:latin typeface="HeadLineA"/>
                  <a:ea typeface="HeadLineA"/>
                  <a:sym typeface="HeadLineA"/>
                </a:rPr>
                <a:t>IOGND</a:t>
              </a:r>
            </a:p>
            <a:p>
              <a:pPr marL="0" marR="0" lvl="0" indent="0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565" dirty="0">
                  <a:solidFill>
                    <a:schemeClr val="dk1"/>
                  </a:solidFill>
                  <a:latin typeface="HeadLineA"/>
                  <a:ea typeface="HeadLineA"/>
                  <a:sym typeface="HeadLineA"/>
                </a:rPr>
                <a:t>R0</a:t>
              </a:r>
            </a:p>
            <a:p>
              <a:pPr marL="0" marR="0" lvl="0" indent="0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565" dirty="0">
                  <a:solidFill>
                    <a:schemeClr val="dk1"/>
                  </a:solidFill>
                  <a:latin typeface="HeadLineA"/>
                  <a:ea typeface="HeadLineA"/>
                  <a:sym typeface="HeadLineA"/>
                </a:rPr>
                <a:t>R2</a:t>
              </a:r>
            </a:p>
            <a:p>
              <a:pPr marL="0" marR="0" lvl="0" indent="0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565" dirty="0">
                  <a:solidFill>
                    <a:schemeClr val="dk1"/>
                  </a:solidFill>
                  <a:latin typeface="HeadLineA"/>
                  <a:ea typeface="HeadLineA"/>
                  <a:sym typeface="HeadLineA"/>
                </a:rPr>
                <a:t>R4</a:t>
              </a:r>
            </a:p>
            <a:p>
              <a:pPr marL="0" marR="0" lvl="0" indent="0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565" dirty="0">
                  <a:solidFill>
                    <a:schemeClr val="dk1"/>
                  </a:solidFill>
                  <a:latin typeface="HeadLineA"/>
                  <a:ea typeface="HeadLineA"/>
                  <a:sym typeface="HeadLineA"/>
                </a:rPr>
                <a:t>R5</a:t>
              </a:r>
            </a:p>
            <a:p>
              <a:pPr marL="0" marR="0" lvl="0" indent="0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565" dirty="0">
                  <a:solidFill>
                    <a:schemeClr val="dk1"/>
                  </a:solidFill>
                  <a:latin typeface="HeadLineA"/>
                  <a:ea typeface="HeadLineA"/>
                  <a:sym typeface="HeadLineA"/>
                </a:rPr>
                <a:t>R7</a:t>
              </a:r>
            </a:p>
            <a:p>
              <a:pPr marL="0" marR="0" lvl="0" indent="0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565" dirty="0">
                  <a:solidFill>
                    <a:schemeClr val="dk1"/>
                  </a:solidFill>
                  <a:latin typeface="HeadLineA"/>
                  <a:ea typeface="HeadLineA"/>
                  <a:sym typeface="HeadLineA"/>
                </a:rPr>
                <a:t>R9</a:t>
              </a:r>
            </a:p>
            <a:p>
              <a:pPr marL="0" marR="0" lvl="0" indent="0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565" dirty="0">
                  <a:solidFill>
                    <a:schemeClr val="dk1"/>
                  </a:solidFill>
                  <a:latin typeface="HeadLineA"/>
                  <a:ea typeface="HeadLineA"/>
                  <a:sym typeface="HeadLineA"/>
                </a:rPr>
                <a:t>IOVDD</a:t>
              </a:r>
            </a:p>
            <a:p>
              <a:pPr marL="0" marR="0" lvl="0" indent="0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565" dirty="0">
                  <a:solidFill>
                    <a:schemeClr val="dk1"/>
                  </a:solidFill>
                  <a:latin typeface="HeadLineA"/>
                  <a:ea typeface="HeadLineA"/>
                  <a:cs typeface="HeadLineA"/>
                  <a:sym typeface="HeadLineA"/>
                </a:rPr>
                <a:t>G1</a:t>
              </a:r>
              <a:endParaRPr dirty="0"/>
            </a:p>
          </p:txBody>
        </p:sp>
        <p:sp>
          <p:nvSpPr>
            <p:cNvPr id="39" name="Google Shape;3962;p51">
              <a:extLst>
                <a:ext uri="{FF2B5EF4-FFF2-40B4-BE49-F238E27FC236}">
                  <a16:creationId xmlns:a16="http://schemas.microsoft.com/office/drawing/2014/main" id="{0D6F9492-A499-C490-A47F-550965D32FAB}"/>
                </a:ext>
              </a:extLst>
            </p:cNvPr>
            <p:cNvSpPr txBox="1"/>
            <p:nvPr/>
          </p:nvSpPr>
          <p:spPr>
            <a:xfrm>
              <a:off x="1330519" y="345819"/>
              <a:ext cx="396887" cy="1222602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 marL="0" marR="0" lvl="0" indent="0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565" dirty="0">
                  <a:solidFill>
                    <a:schemeClr val="dk1"/>
                  </a:solidFill>
                  <a:latin typeface="HeadLineA"/>
                  <a:ea typeface="HeadLineA"/>
                  <a:cs typeface="HeadLineA"/>
                  <a:sym typeface="HeadLineA"/>
                </a:rPr>
                <a:t>-</a:t>
              </a:r>
            </a:p>
            <a:p>
              <a:pPr marL="0" marR="0" lvl="0" indent="0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565" dirty="0">
                  <a:solidFill>
                    <a:schemeClr val="dk1"/>
                  </a:solidFill>
                  <a:latin typeface="HeadLineA"/>
                  <a:ea typeface="HeadLineA"/>
                  <a:cs typeface="HeadLineA"/>
                  <a:sym typeface="HeadLineA"/>
                </a:rPr>
                <a:t>SCL</a:t>
              </a:r>
            </a:p>
            <a:p>
              <a:pPr marL="0" marR="0" lvl="0" indent="0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565" dirty="0">
                  <a:solidFill>
                    <a:schemeClr val="dk1"/>
                  </a:solidFill>
                  <a:latin typeface="HeadLineA"/>
                  <a:ea typeface="HeadLineA"/>
                  <a:sym typeface="HeadLineA"/>
                </a:rPr>
                <a:t>TMS</a:t>
              </a:r>
            </a:p>
            <a:p>
              <a:pPr marL="0" marR="0" lvl="0" indent="0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565" dirty="0">
                  <a:solidFill>
                    <a:schemeClr val="dk1"/>
                  </a:solidFill>
                  <a:latin typeface="HeadLineA"/>
                  <a:ea typeface="HeadLineA"/>
                  <a:sym typeface="HeadLineA"/>
                </a:rPr>
                <a:t>PWDN</a:t>
              </a:r>
            </a:p>
            <a:p>
              <a:pPr marL="0" marR="0" lvl="0" indent="0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565" dirty="0">
                  <a:solidFill>
                    <a:schemeClr val="dk1"/>
                  </a:solidFill>
                  <a:latin typeface="HeadLineA"/>
                  <a:ea typeface="HeadLineA"/>
                  <a:sym typeface="HeadLineA"/>
                </a:rPr>
                <a:t>GND</a:t>
              </a:r>
            </a:p>
            <a:p>
              <a:pPr marL="0" marR="0" lvl="0" indent="0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565" dirty="0">
                  <a:solidFill>
                    <a:schemeClr val="dk1"/>
                  </a:solidFill>
                  <a:latin typeface="HeadLineA"/>
                  <a:ea typeface="HeadLineA"/>
                  <a:sym typeface="HeadLineA"/>
                </a:rPr>
                <a:t>IOVDD</a:t>
              </a:r>
            </a:p>
            <a:p>
              <a:pPr marL="0" marR="0" lvl="0" indent="0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565" dirty="0">
                  <a:solidFill>
                    <a:schemeClr val="dk1"/>
                  </a:solidFill>
                  <a:latin typeface="HeadLineA"/>
                  <a:ea typeface="HeadLineA"/>
                  <a:sym typeface="HeadLineA"/>
                </a:rPr>
                <a:t>R1</a:t>
              </a:r>
            </a:p>
            <a:p>
              <a:pPr marL="0" marR="0" lvl="0" indent="0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565" dirty="0">
                  <a:solidFill>
                    <a:schemeClr val="dk1"/>
                  </a:solidFill>
                  <a:latin typeface="HeadLineA"/>
                  <a:ea typeface="HeadLineA"/>
                  <a:sym typeface="HeadLineA"/>
                </a:rPr>
                <a:t>R3</a:t>
              </a:r>
            </a:p>
            <a:p>
              <a:pPr marL="0" marR="0" lvl="0" indent="0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565" dirty="0">
                  <a:solidFill>
                    <a:schemeClr val="dk1"/>
                  </a:solidFill>
                  <a:latin typeface="HeadLineA"/>
                  <a:ea typeface="HeadLineA"/>
                  <a:sym typeface="HeadLineA"/>
                </a:rPr>
                <a:t>IOGND</a:t>
              </a:r>
            </a:p>
            <a:p>
              <a:pPr marL="0" marR="0" lvl="0" indent="0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565" dirty="0">
                  <a:solidFill>
                    <a:schemeClr val="dk1"/>
                  </a:solidFill>
                  <a:latin typeface="HeadLineA"/>
                  <a:ea typeface="HeadLineA"/>
                  <a:sym typeface="HeadLineA"/>
                </a:rPr>
                <a:t>R6</a:t>
              </a:r>
            </a:p>
            <a:p>
              <a:pPr marL="0" marR="0" lvl="0" indent="0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565" dirty="0">
                  <a:solidFill>
                    <a:schemeClr val="dk1"/>
                  </a:solidFill>
                  <a:latin typeface="HeadLineA"/>
                  <a:ea typeface="HeadLineA"/>
                  <a:sym typeface="HeadLineA"/>
                </a:rPr>
                <a:t>R8</a:t>
              </a:r>
            </a:p>
            <a:p>
              <a:pPr marL="0" marR="0" lvl="0" indent="0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565" dirty="0">
                  <a:solidFill>
                    <a:schemeClr val="dk1"/>
                  </a:solidFill>
                  <a:latin typeface="HeadLineA"/>
                  <a:ea typeface="HeadLineA"/>
                  <a:sym typeface="HeadLineA"/>
                </a:rPr>
                <a:t>IOGND</a:t>
              </a:r>
            </a:p>
            <a:p>
              <a:pPr marL="0" marR="0" lvl="0" indent="0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565" dirty="0">
                  <a:solidFill>
                    <a:schemeClr val="dk1"/>
                  </a:solidFill>
                  <a:latin typeface="HeadLineA"/>
                  <a:ea typeface="HeadLineA"/>
                  <a:sym typeface="HeadLineA"/>
                </a:rPr>
                <a:t>G0</a:t>
              </a:r>
              <a:endParaRPr dirty="0"/>
            </a:p>
          </p:txBody>
        </p:sp>
        <p:grpSp>
          <p:nvGrpSpPr>
            <p:cNvPr id="11" name="グループ化 10">
              <a:extLst>
                <a:ext uri="{FF2B5EF4-FFF2-40B4-BE49-F238E27FC236}">
                  <a16:creationId xmlns:a16="http://schemas.microsoft.com/office/drawing/2014/main" id="{98B58076-0AA3-A514-D554-3CA77EA9EC6D}"/>
                </a:ext>
              </a:extLst>
            </p:cNvPr>
            <p:cNvGrpSpPr/>
            <p:nvPr/>
          </p:nvGrpSpPr>
          <p:grpSpPr>
            <a:xfrm>
              <a:off x="1568128" y="342153"/>
              <a:ext cx="344062" cy="1222602"/>
              <a:chOff x="901994" y="342153"/>
              <a:chExt cx="344062" cy="1222602"/>
            </a:xfrm>
          </p:grpSpPr>
          <p:sp>
            <p:nvSpPr>
              <p:cNvPr id="43" name="Google Shape;3966;p51">
                <a:extLst>
                  <a:ext uri="{FF2B5EF4-FFF2-40B4-BE49-F238E27FC236}">
                    <a16:creationId xmlns:a16="http://schemas.microsoft.com/office/drawing/2014/main" id="{26460D9A-1973-0C9E-6F48-EA7F1D79BD12}"/>
                  </a:ext>
                </a:extLst>
              </p:cNvPr>
              <p:cNvSpPr/>
              <p:nvPr/>
            </p:nvSpPr>
            <p:spPr>
              <a:xfrm>
                <a:off x="968839" y="350671"/>
                <a:ext cx="211420" cy="1182803"/>
              </a:xfrm>
              <a:prstGeom prst="rect">
                <a:avLst/>
              </a:prstGeom>
              <a:noFill/>
              <a:ln w="9525" cap="flat" cmpd="sng">
                <a:solidFill>
                  <a:schemeClr val="dk1"/>
                </a:solidFill>
                <a:prstDash val="solid"/>
                <a:miter lim="800000"/>
                <a:headEnd type="none" w="sm" len="sm"/>
                <a:tailEnd type="none" w="sm" len="sm"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565">
                  <a:solidFill>
                    <a:schemeClr val="lt1"/>
                  </a:solidFill>
                  <a:latin typeface="HeadLineA"/>
                  <a:ea typeface="HeadLineA"/>
                  <a:cs typeface="HeadLineA"/>
                  <a:sym typeface="HeadLineA"/>
                </a:endParaRPr>
              </a:p>
            </p:txBody>
          </p:sp>
          <p:sp>
            <p:nvSpPr>
              <p:cNvPr id="41" name="Google Shape;3964;p51">
                <a:extLst>
                  <a:ext uri="{FF2B5EF4-FFF2-40B4-BE49-F238E27FC236}">
                    <a16:creationId xmlns:a16="http://schemas.microsoft.com/office/drawing/2014/main" id="{B86D8E3A-635B-AEA5-BF95-608BCF0CF7DC}"/>
                  </a:ext>
                </a:extLst>
              </p:cNvPr>
              <p:cNvSpPr txBox="1"/>
              <p:nvPr/>
            </p:nvSpPr>
            <p:spPr>
              <a:xfrm>
                <a:off x="901994" y="342153"/>
                <a:ext cx="242374" cy="1222602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spcFirstLastPara="1" wrap="square" lIns="91425" tIns="45700" rIns="91425" bIns="45700" anchor="t" anchorCtr="0">
                <a:sp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lang="en-US" sz="565" dirty="0">
                    <a:solidFill>
                      <a:schemeClr val="dk1"/>
                    </a:solidFill>
                    <a:latin typeface="HeadLineA"/>
                    <a:ea typeface="HeadLineA"/>
                    <a:sym typeface="HeadLineA"/>
                  </a:rPr>
                  <a:t>75</a:t>
                </a:r>
              </a:p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lang="en-US" sz="565" dirty="0">
                    <a:solidFill>
                      <a:schemeClr val="dk1"/>
                    </a:solidFill>
                    <a:latin typeface="HeadLineA"/>
                    <a:ea typeface="HeadLineA"/>
                    <a:sym typeface="HeadLineA"/>
                  </a:rPr>
                  <a:t>73</a:t>
                </a:r>
              </a:p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lang="en-US" sz="565" dirty="0">
                    <a:solidFill>
                      <a:schemeClr val="dk1"/>
                    </a:solidFill>
                    <a:latin typeface="HeadLineA"/>
                    <a:ea typeface="HeadLineA"/>
                    <a:sym typeface="HeadLineA"/>
                  </a:rPr>
                  <a:t>71</a:t>
                </a:r>
              </a:p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lang="en-US" sz="565" dirty="0">
                    <a:solidFill>
                      <a:schemeClr val="dk1"/>
                    </a:solidFill>
                    <a:latin typeface="HeadLineA"/>
                    <a:ea typeface="HeadLineA"/>
                    <a:sym typeface="HeadLineA"/>
                  </a:rPr>
                  <a:t>69</a:t>
                </a:r>
              </a:p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lang="en-US" sz="565" dirty="0">
                    <a:solidFill>
                      <a:schemeClr val="dk1"/>
                    </a:solidFill>
                    <a:latin typeface="HeadLineA"/>
                    <a:ea typeface="HeadLineA"/>
                    <a:sym typeface="HeadLineA"/>
                  </a:rPr>
                  <a:t>67</a:t>
                </a:r>
              </a:p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lang="en-US" sz="565" dirty="0">
                    <a:solidFill>
                      <a:schemeClr val="dk1"/>
                    </a:solidFill>
                    <a:latin typeface="HeadLineA"/>
                    <a:ea typeface="HeadLineA"/>
                    <a:sym typeface="HeadLineA"/>
                  </a:rPr>
                  <a:t>65</a:t>
                </a:r>
              </a:p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lang="en-US" sz="565" dirty="0">
                    <a:solidFill>
                      <a:schemeClr val="dk1"/>
                    </a:solidFill>
                    <a:latin typeface="HeadLineA"/>
                    <a:ea typeface="HeadLineA"/>
                    <a:sym typeface="HeadLineA"/>
                  </a:rPr>
                  <a:t>63</a:t>
                </a:r>
              </a:p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lang="en-US" sz="565" dirty="0">
                    <a:solidFill>
                      <a:schemeClr val="dk1"/>
                    </a:solidFill>
                    <a:latin typeface="HeadLineA"/>
                    <a:ea typeface="HeadLineA"/>
                    <a:sym typeface="HeadLineA"/>
                  </a:rPr>
                  <a:t>61</a:t>
                </a:r>
              </a:p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lang="en-US" sz="565" dirty="0">
                    <a:solidFill>
                      <a:schemeClr val="dk1"/>
                    </a:solidFill>
                    <a:latin typeface="HeadLineA"/>
                    <a:ea typeface="HeadLineA"/>
                    <a:sym typeface="HeadLineA"/>
                  </a:rPr>
                  <a:t>59</a:t>
                </a:r>
              </a:p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lang="en-US" sz="565" dirty="0">
                    <a:solidFill>
                      <a:schemeClr val="dk1"/>
                    </a:solidFill>
                    <a:latin typeface="HeadLineA"/>
                    <a:ea typeface="HeadLineA"/>
                    <a:sym typeface="HeadLineA"/>
                  </a:rPr>
                  <a:t>57</a:t>
                </a:r>
              </a:p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lang="en-US" sz="565" dirty="0">
                    <a:solidFill>
                      <a:schemeClr val="dk1"/>
                    </a:solidFill>
                    <a:latin typeface="HeadLineA"/>
                    <a:ea typeface="HeadLineA"/>
                    <a:sym typeface="HeadLineA"/>
                  </a:rPr>
                  <a:t>55</a:t>
                </a:r>
              </a:p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lang="en-US" sz="565" dirty="0">
                    <a:solidFill>
                      <a:schemeClr val="dk1"/>
                    </a:solidFill>
                    <a:latin typeface="HeadLineA"/>
                    <a:ea typeface="HeadLineA"/>
                    <a:sym typeface="HeadLineA"/>
                  </a:rPr>
                  <a:t>53</a:t>
                </a:r>
              </a:p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lang="en-US" sz="565" dirty="0">
                    <a:solidFill>
                      <a:schemeClr val="dk1"/>
                    </a:solidFill>
                    <a:latin typeface="HeadLineA"/>
                    <a:ea typeface="HeadLineA"/>
                    <a:sym typeface="HeadLineA"/>
                  </a:rPr>
                  <a:t>51</a:t>
                </a:r>
                <a:endParaRPr dirty="0"/>
              </a:p>
            </p:txBody>
          </p:sp>
          <p:sp>
            <p:nvSpPr>
              <p:cNvPr id="42" name="Google Shape;3965;p51">
                <a:extLst>
                  <a:ext uri="{FF2B5EF4-FFF2-40B4-BE49-F238E27FC236}">
                    <a16:creationId xmlns:a16="http://schemas.microsoft.com/office/drawing/2014/main" id="{79DCC833-2BA9-7D89-825C-F451BC435493}"/>
                  </a:ext>
                </a:extLst>
              </p:cNvPr>
              <p:cNvSpPr txBox="1"/>
              <p:nvPr/>
            </p:nvSpPr>
            <p:spPr>
              <a:xfrm>
                <a:off x="1003682" y="342153"/>
                <a:ext cx="242374" cy="1222602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spcFirstLastPara="1" wrap="square" lIns="91425" tIns="45700" rIns="91425" bIns="45700" anchor="t" anchorCtr="0">
                <a:spAutoFit/>
              </a:bodyPr>
              <a:lstStyle/>
              <a:p>
                <a:pPr marL="0" marR="0" lvl="0" indent="0" algn="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lang="en-US" sz="565" dirty="0">
                    <a:solidFill>
                      <a:schemeClr val="dk1"/>
                    </a:solidFill>
                    <a:latin typeface="HeadLineA"/>
                    <a:ea typeface="HeadLineA"/>
                    <a:cs typeface="HeadLineA"/>
                    <a:sym typeface="HeadLineA"/>
                  </a:rPr>
                  <a:t>-</a:t>
                </a:r>
              </a:p>
              <a:p>
                <a:pPr marL="0" marR="0" lvl="0" indent="0" algn="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lang="en-US" sz="565" dirty="0">
                    <a:solidFill>
                      <a:schemeClr val="dk1"/>
                    </a:solidFill>
                    <a:latin typeface="HeadLineA"/>
                    <a:ea typeface="HeadLineA"/>
                    <a:cs typeface="HeadLineA"/>
                    <a:sym typeface="HeadLineA"/>
                  </a:rPr>
                  <a:t>74</a:t>
                </a:r>
              </a:p>
              <a:p>
                <a:pPr marL="0" marR="0" lvl="0" indent="0" algn="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lang="en-US" sz="565" dirty="0">
                    <a:solidFill>
                      <a:schemeClr val="dk1"/>
                    </a:solidFill>
                    <a:latin typeface="HeadLineA"/>
                    <a:ea typeface="HeadLineA"/>
                    <a:cs typeface="HeadLineA"/>
                    <a:sym typeface="HeadLineA"/>
                  </a:rPr>
                  <a:t>72</a:t>
                </a:r>
              </a:p>
              <a:p>
                <a:pPr marL="0" marR="0" lvl="0" indent="0" algn="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lang="en-US" sz="565" dirty="0">
                    <a:solidFill>
                      <a:schemeClr val="dk1"/>
                    </a:solidFill>
                    <a:latin typeface="HeadLineA"/>
                    <a:ea typeface="HeadLineA"/>
                    <a:cs typeface="HeadLineA"/>
                    <a:sym typeface="HeadLineA"/>
                  </a:rPr>
                  <a:t>70</a:t>
                </a:r>
              </a:p>
              <a:p>
                <a:pPr marL="0" marR="0" lvl="0" indent="0" algn="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lang="en-US" sz="565" dirty="0">
                    <a:solidFill>
                      <a:schemeClr val="dk1"/>
                    </a:solidFill>
                    <a:latin typeface="HeadLineA"/>
                    <a:ea typeface="HeadLineA"/>
                    <a:cs typeface="HeadLineA"/>
                    <a:sym typeface="HeadLineA"/>
                  </a:rPr>
                  <a:t>6866</a:t>
                </a:r>
              </a:p>
              <a:p>
                <a:pPr marL="0" marR="0" lvl="0" indent="0" algn="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lang="en-US" sz="565" dirty="0">
                    <a:solidFill>
                      <a:schemeClr val="dk1"/>
                    </a:solidFill>
                    <a:latin typeface="HeadLineA"/>
                    <a:ea typeface="HeadLineA"/>
                    <a:cs typeface="HeadLineA"/>
                    <a:sym typeface="HeadLineA"/>
                  </a:rPr>
                  <a:t>64</a:t>
                </a:r>
              </a:p>
              <a:p>
                <a:pPr marL="0" marR="0" lvl="0" indent="0" algn="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lang="en-US" sz="565" dirty="0">
                    <a:solidFill>
                      <a:schemeClr val="dk1"/>
                    </a:solidFill>
                    <a:latin typeface="HeadLineA"/>
                    <a:ea typeface="HeadLineA"/>
                    <a:cs typeface="HeadLineA"/>
                    <a:sym typeface="HeadLineA"/>
                  </a:rPr>
                  <a:t>62</a:t>
                </a:r>
              </a:p>
              <a:p>
                <a:pPr marL="0" marR="0" lvl="0" indent="0" algn="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lang="en-US" sz="565" dirty="0">
                    <a:solidFill>
                      <a:schemeClr val="dk1"/>
                    </a:solidFill>
                    <a:latin typeface="HeadLineA"/>
                    <a:ea typeface="HeadLineA"/>
                    <a:cs typeface="HeadLineA"/>
                    <a:sym typeface="HeadLineA"/>
                  </a:rPr>
                  <a:t>60</a:t>
                </a:r>
              </a:p>
              <a:p>
                <a:pPr marL="0" marR="0" lvl="0" indent="0" algn="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lang="en-US" sz="565" dirty="0">
                    <a:solidFill>
                      <a:schemeClr val="dk1"/>
                    </a:solidFill>
                    <a:latin typeface="HeadLineA"/>
                    <a:ea typeface="HeadLineA"/>
                    <a:cs typeface="HeadLineA"/>
                    <a:sym typeface="HeadLineA"/>
                  </a:rPr>
                  <a:t>58</a:t>
                </a:r>
              </a:p>
              <a:p>
                <a:pPr marL="0" marR="0" lvl="0" indent="0" algn="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lang="en-US" sz="565" dirty="0">
                    <a:solidFill>
                      <a:schemeClr val="dk1"/>
                    </a:solidFill>
                    <a:latin typeface="HeadLineA"/>
                    <a:ea typeface="HeadLineA"/>
                    <a:cs typeface="HeadLineA"/>
                    <a:sym typeface="HeadLineA"/>
                  </a:rPr>
                  <a:t>56</a:t>
                </a:r>
              </a:p>
              <a:p>
                <a:pPr marL="0" marR="0" lvl="0" indent="0" algn="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lang="en-US" sz="565" dirty="0">
                    <a:solidFill>
                      <a:schemeClr val="dk1"/>
                    </a:solidFill>
                    <a:latin typeface="HeadLineA"/>
                    <a:ea typeface="HeadLineA"/>
                    <a:cs typeface="HeadLineA"/>
                    <a:sym typeface="HeadLineA"/>
                  </a:rPr>
                  <a:t>54</a:t>
                </a:r>
              </a:p>
              <a:p>
                <a:pPr marL="0" marR="0" lvl="0" indent="0" algn="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lang="en-US" sz="565" dirty="0">
                    <a:solidFill>
                      <a:schemeClr val="dk1"/>
                    </a:solidFill>
                    <a:latin typeface="HeadLineA"/>
                    <a:ea typeface="HeadLineA"/>
                    <a:cs typeface="HeadLineA"/>
                    <a:sym typeface="HeadLineA"/>
                  </a:rPr>
                  <a:t>52</a:t>
                </a:r>
              </a:p>
            </p:txBody>
          </p:sp>
        </p:grpSp>
      </p:grpSp>
      <p:sp>
        <p:nvSpPr>
          <p:cNvPr id="48" name="Google Shape;3961;p51">
            <a:extLst>
              <a:ext uri="{FF2B5EF4-FFF2-40B4-BE49-F238E27FC236}">
                <a16:creationId xmlns:a16="http://schemas.microsoft.com/office/drawing/2014/main" id="{D0ABDFE8-AAC7-3775-1A9C-7AA195C381D8}"/>
              </a:ext>
            </a:extLst>
          </p:cNvPr>
          <p:cNvSpPr txBox="1"/>
          <p:nvPr/>
        </p:nvSpPr>
        <p:spPr>
          <a:xfrm>
            <a:off x="995851" y="1200793"/>
            <a:ext cx="417728" cy="122260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565" dirty="0">
                <a:solidFill>
                  <a:schemeClr val="dk1"/>
                </a:solidFill>
                <a:latin typeface="HeadLineA"/>
                <a:ea typeface="HeadLineA"/>
                <a:cs typeface="HeadLineA"/>
                <a:sym typeface="HeadLineA"/>
              </a:rPr>
              <a:t>GIN2</a:t>
            </a:r>
          </a:p>
          <a:p>
            <a:pPr marL="0" marR="0" lvl="0" indent="0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565" dirty="0">
                <a:solidFill>
                  <a:schemeClr val="dk1"/>
                </a:solidFill>
                <a:latin typeface="HeadLineA"/>
                <a:ea typeface="HeadLineA"/>
                <a:sym typeface="HeadLineA"/>
              </a:rPr>
              <a:t>GIN3</a:t>
            </a:r>
          </a:p>
          <a:p>
            <a:pPr marL="0" marR="0" lvl="0" indent="0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565" dirty="0">
                <a:solidFill>
                  <a:schemeClr val="dk1"/>
                </a:solidFill>
                <a:latin typeface="HeadLineA"/>
                <a:ea typeface="HeadLineA"/>
                <a:sym typeface="HeadLineA"/>
              </a:rPr>
              <a:t>GIN4</a:t>
            </a:r>
          </a:p>
          <a:p>
            <a:pPr marL="0" marR="0" lvl="0" indent="0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565" dirty="0">
                <a:solidFill>
                  <a:schemeClr val="dk1"/>
                </a:solidFill>
                <a:latin typeface="HeadLineA"/>
                <a:ea typeface="HeadLineA"/>
                <a:sym typeface="HeadLineA"/>
              </a:rPr>
              <a:t>A33VDD</a:t>
            </a:r>
          </a:p>
          <a:p>
            <a:pPr marL="0" marR="0" lvl="0" indent="0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565" dirty="0">
                <a:solidFill>
                  <a:schemeClr val="dk1"/>
                </a:solidFill>
                <a:latin typeface="HeadLineA"/>
                <a:ea typeface="HeadLineA"/>
                <a:sym typeface="HeadLineA"/>
              </a:rPr>
              <a:t>A33GND</a:t>
            </a:r>
          </a:p>
          <a:p>
            <a:pPr marL="0" marR="0" lvl="0" indent="0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565" dirty="0">
                <a:solidFill>
                  <a:schemeClr val="dk1"/>
                </a:solidFill>
                <a:latin typeface="HeadLineA"/>
                <a:ea typeface="HeadLineA"/>
                <a:sym typeface="HeadLineA"/>
              </a:rPr>
              <a:t>PLLAG</a:t>
            </a:r>
          </a:p>
          <a:p>
            <a:pPr marL="0" marR="0" lvl="0" indent="0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565" dirty="0">
                <a:solidFill>
                  <a:schemeClr val="dk1"/>
                </a:solidFill>
                <a:latin typeface="HeadLineA"/>
                <a:ea typeface="HeadLineA"/>
                <a:sym typeface="HeadLineA"/>
              </a:rPr>
              <a:t>FILT2</a:t>
            </a:r>
          </a:p>
          <a:p>
            <a:pPr marL="0" marR="0" lvl="0" indent="0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565" dirty="0">
                <a:solidFill>
                  <a:schemeClr val="dk1"/>
                </a:solidFill>
                <a:latin typeface="HeadLineA"/>
                <a:ea typeface="HeadLineA"/>
                <a:sym typeface="HeadLineA"/>
              </a:rPr>
              <a:t>PLLAGND</a:t>
            </a:r>
          </a:p>
          <a:p>
            <a:pPr marL="0" marR="0" lvl="0" indent="0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565" dirty="0">
                <a:solidFill>
                  <a:schemeClr val="dk1"/>
                </a:solidFill>
                <a:latin typeface="HeadLineA"/>
                <a:ea typeface="HeadLineA"/>
                <a:sym typeface="HeadLineA"/>
              </a:rPr>
              <a:t>PLLAVDD</a:t>
            </a:r>
          </a:p>
          <a:p>
            <a:pPr marL="0" marR="0" lvl="0" indent="0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565" dirty="0">
                <a:solidFill>
                  <a:schemeClr val="dk1"/>
                </a:solidFill>
                <a:latin typeface="HeadLineA"/>
                <a:ea typeface="HeadLineA"/>
                <a:sym typeface="HeadLineA"/>
              </a:rPr>
              <a:t>HSYNCB</a:t>
            </a:r>
          </a:p>
          <a:p>
            <a:pPr marL="0" marR="0" lvl="0" indent="0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565" dirty="0">
                <a:solidFill>
                  <a:schemeClr val="dk1"/>
                </a:solidFill>
                <a:latin typeface="HeadLineA"/>
                <a:ea typeface="HeadLineA"/>
                <a:sym typeface="HeadLineA"/>
              </a:rPr>
              <a:t>EXTCLK</a:t>
            </a:r>
          </a:p>
          <a:p>
            <a:pPr marL="0" marR="0" lvl="0" indent="0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565" dirty="0">
                <a:solidFill>
                  <a:schemeClr val="dk1"/>
                </a:solidFill>
                <a:latin typeface="HeadLineA"/>
                <a:ea typeface="HeadLineA"/>
                <a:sym typeface="HeadLineA"/>
              </a:rPr>
              <a:t>VSYNCA</a:t>
            </a:r>
          </a:p>
          <a:p>
            <a:pPr marL="0" marR="0" lvl="0" indent="0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565" dirty="0">
                <a:solidFill>
                  <a:schemeClr val="dk1"/>
                </a:solidFill>
                <a:latin typeface="HeadLineA"/>
                <a:ea typeface="HeadLineA"/>
                <a:sym typeface="HeadLineA"/>
              </a:rPr>
              <a:t>CLAMP</a:t>
            </a:r>
            <a:endParaRPr dirty="0"/>
          </a:p>
        </p:txBody>
      </p:sp>
      <p:sp>
        <p:nvSpPr>
          <p:cNvPr id="49" name="Google Shape;3962;p51">
            <a:extLst>
              <a:ext uri="{FF2B5EF4-FFF2-40B4-BE49-F238E27FC236}">
                <a16:creationId xmlns:a16="http://schemas.microsoft.com/office/drawing/2014/main" id="{EDB77384-6D83-2CE0-4824-C5F300AD97B8}"/>
              </a:ext>
            </a:extLst>
          </p:cNvPr>
          <p:cNvSpPr txBox="1"/>
          <p:nvPr/>
        </p:nvSpPr>
        <p:spPr>
          <a:xfrm>
            <a:off x="750624" y="1200792"/>
            <a:ext cx="458136" cy="141265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565" dirty="0">
                <a:solidFill>
                  <a:schemeClr val="dk1"/>
                </a:solidFill>
                <a:latin typeface="HeadLineA"/>
                <a:ea typeface="HeadLineA"/>
                <a:sym typeface="HeadLineA"/>
              </a:rPr>
              <a:t>SOGIN2</a:t>
            </a:r>
          </a:p>
          <a:p>
            <a:pPr marL="0" marR="0" lvl="0" indent="0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565" dirty="0">
                <a:solidFill>
                  <a:schemeClr val="dk1"/>
                </a:solidFill>
                <a:latin typeface="HeadLineA"/>
                <a:ea typeface="HeadLineA"/>
                <a:sym typeface="HeadLineA"/>
              </a:rPr>
              <a:t>SOGIN3</a:t>
            </a:r>
          </a:p>
          <a:p>
            <a:pPr marL="0" marR="0" lvl="0" indent="0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565" dirty="0">
                <a:solidFill>
                  <a:schemeClr val="dk1"/>
                </a:solidFill>
                <a:latin typeface="HeadLineA"/>
                <a:ea typeface="HeadLineA"/>
                <a:sym typeface="HeadLineA"/>
              </a:rPr>
              <a:t>A33GND</a:t>
            </a:r>
          </a:p>
          <a:p>
            <a:pPr marL="0" marR="0" lvl="0" indent="0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565" dirty="0">
                <a:solidFill>
                  <a:schemeClr val="dk1"/>
                </a:solidFill>
                <a:latin typeface="HeadLineA"/>
                <a:ea typeface="HeadLineA"/>
                <a:sym typeface="HeadLineA"/>
              </a:rPr>
              <a:t>A33VDD</a:t>
            </a:r>
          </a:p>
          <a:p>
            <a:pPr marL="0" marR="0" lvl="0" indent="0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565" dirty="0">
                <a:solidFill>
                  <a:schemeClr val="dk1"/>
                </a:solidFill>
                <a:latin typeface="HeadLineA"/>
                <a:ea typeface="HeadLineA"/>
                <a:sym typeface="HeadLineA"/>
              </a:rPr>
              <a:t>NSUB</a:t>
            </a:r>
          </a:p>
          <a:p>
            <a:pPr marL="0" marR="0" lvl="0" indent="0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565" dirty="0">
                <a:solidFill>
                  <a:schemeClr val="dk1"/>
                </a:solidFill>
                <a:latin typeface="HeadLineA"/>
                <a:ea typeface="HeadLineA"/>
                <a:sym typeface="HeadLineA"/>
              </a:rPr>
              <a:t>PLLF</a:t>
            </a:r>
          </a:p>
          <a:p>
            <a:pPr marL="0" marR="0" lvl="0" indent="0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565" dirty="0">
                <a:solidFill>
                  <a:schemeClr val="dk1"/>
                </a:solidFill>
                <a:latin typeface="HeadLineA"/>
                <a:ea typeface="HeadLineA"/>
                <a:sym typeface="HeadLineA"/>
              </a:rPr>
              <a:t>FILT1</a:t>
            </a:r>
          </a:p>
          <a:p>
            <a:pPr marL="0" marR="0" lvl="0" indent="0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565" dirty="0">
                <a:solidFill>
                  <a:schemeClr val="dk1"/>
                </a:solidFill>
                <a:latin typeface="HeadLineA"/>
                <a:ea typeface="HeadLineA"/>
                <a:sym typeface="HeadLineA"/>
              </a:rPr>
              <a:t>PLLAVDD</a:t>
            </a:r>
          </a:p>
          <a:p>
            <a:pPr marL="0" marR="0" lvl="0" indent="0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565" dirty="0">
                <a:solidFill>
                  <a:schemeClr val="dk1"/>
                </a:solidFill>
                <a:latin typeface="HeadLineA"/>
                <a:ea typeface="HeadLineA"/>
                <a:sym typeface="HeadLineA"/>
              </a:rPr>
              <a:t>PLLAGND</a:t>
            </a:r>
          </a:p>
          <a:p>
            <a:pPr marL="0" marR="0" lvl="0" indent="0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565" dirty="0">
                <a:solidFill>
                  <a:schemeClr val="dk1"/>
                </a:solidFill>
                <a:latin typeface="HeadLineA"/>
                <a:ea typeface="HeadLineA"/>
                <a:sym typeface="HeadLineA"/>
              </a:rPr>
              <a:t>HSYNCA</a:t>
            </a:r>
          </a:p>
          <a:p>
            <a:pPr marL="0" marR="0" lvl="0" indent="0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565" dirty="0">
                <a:solidFill>
                  <a:schemeClr val="dk1"/>
                </a:solidFill>
                <a:latin typeface="HeadLineA"/>
                <a:ea typeface="HeadLineA"/>
                <a:sym typeface="HeadLineA"/>
              </a:rPr>
              <a:t>VSYNCB</a:t>
            </a:r>
          </a:p>
          <a:p>
            <a:pPr marL="0" marR="0" lvl="0" indent="0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565" dirty="0">
                <a:solidFill>
                  <a:schemeClr val="dk1"/>
                </a:solidFill>
                <a:latin typeface="HeadLineA"/>
                <a:ea typeface="HeadLineA"/>
                <a:sym typeface="HeadLineA"/>
              </a:rPr>
              <a:t>COAST</a:t>
            </a:r>
          </a:p>
          <a:p>
            <a:pPr marL="0" marR="0" lvl="0" indent="0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  <p:sp>
        <p:nvSpPr>
          <p:cNvPr id="51" name="Google Shape;3964;p51">
            <a:extLst>
              <a:ext uri="{FF2B5EF4-FFF2-40B4-BE49-F238E27FC236}">
                <a16:creationId xmlns:a16="http://schemas.microsoft.com/office/drawing/2014/main" id="{34A963E6-1FC8-FC4D-4BFF-3455303245EC}"/>
              </a:ext>
            </a:extLst>
          </p:cNvPr>
          <p:cNvSpPr txBox="1"/>
          <p:nvPr/>
        </p:nvSpPr>
        <p:spPr>
          <a:xfrm>
            <a:off x="598423" y="1197584"/>
            <a:ext cx="284259" cy="122260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565" dirty="0">
                <a:solidFill>
                  <a:schemeClr val="dk1"/>
                </a:solidFill>
                <a:latin typeface="HeadLineA"/>
                <a:ea typeface="HeadLineA"/>
                <a:sym typeface="HeadLineA"/>
              </a:rPr>
              <a:t>100</a:t>
            </a:r>
          </a:p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565" dirty="0">
                <a:solidFill>
                  <a:schemeClr val="dk1"/>
                </a:solidFill>
                <a:latin typeface="HeadLineA"/>
                <a:ea typeface="HeadLineA"/>
                <a:sym typeface="HeadLineA"/>
              </a:rPr>
              <a:t>98</a:t>
            </a:r>
          </a:p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565" dirty="0">
                <a:solidFill>
                  <a:schemeClr val="dk1"/>
                </a:solidFill>
                <a:latin typeface="HeadLineA"/>
                <a:ea typeface="HeadLineA"/>
                <a:sym typeface="HeadLineA"/>
              </a:rPr>
              <a:t>96</a:t>
            </a:r>
          </a:p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565" dirty="0">
                <a:solidFill>
                  <a:schemeClr val="dk1"/>
                </a:solidFill>
                <a:latin typeface="HeadLineA"/>
                <a:ea typeface="HeadLineA"/>
                <a:sym typeface="HeadLineA"/>
              </a:rPr>
              <a:t>94</a:t>
            </a:r>
          </a:p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565" dirty="0">
                <a:solidFill>
                  <a:schemeClr val="dk1"/>
                </a:solidFill>
                <a:latin typeface="HeadLineA"/>
                <a:ea typeface="HeadLineA"/>
                <a:sym typeface="HeadLineA"/>
              </a:rPr>
              <a:t>92</a:t>
            </a:r>
          </a:p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565" dirty="0">
                <a:solidFill>
                  <a:schemeClr val="dk1"/>
                </a:solidFill>
                <a:latin typeface="HeadLineA"/>
                <a:ea typeface="HeadLineA"/>
                <a:sym typeface="HeadLineA"/>
              </a:rPr>
              <a:t>90</a:t>
            </a:r>
          </a:p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565" dirty="0">
                <a:solidFill>
                  <a:schemeClr val="dk1"/>
                </a:solidFill>
                <a:latin typeface="HeadLineA"/>
                <a:ea typeface="HeadLineA"/>
                <a:sym typeface="HeadLineA"/>
              </a:rPr>
              <a:t>88</a:t>
            </a:r>
          </a:p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565" dirty="0">
                <a:solidFill>
                  <a:schemeClr val="dk1"/>
                </a:solidFill>
                <a:latin typeface="HeadLineA"/>
                <a:ea typeface="HeadLineA"/>
                <a:sym typeface="HeadLineA"/>
              </a:rPr>
              <a:t>86</a:t>
            </a:r>
          </a:p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565" dirty="0">
                <a:solidFill>
                  <a:schemeClr val="dk1"/>
                </a:solidFill>
                <a:latin typeface="HeadLineA"/>
                <a:ea typeface="HeadLineA"/>
                <a:sym typeface="HeadLineA"/>
              </a:rPr>
              <a:t>84</a:t>
            </a:r>
          </a:p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565" dirty="0">
                <a:solidFill>
                  <a:schemeClr val="dk1"/>
                </a:solidFill>
                <a:latin typeface="HeadLineA"/>
                <a:ea typeface="HeadLineA"/>
                <a:sym typeface="HeadLineA"/>
              </a:rPr>
              <a:t>82</a:t>
            </a:r>
          </a:p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565" dirty="0">
                <a:solidFill>
                  <a:schemeClr val="dk1"/>
                </a:solidFill>
                <a:latin typeface="HeadLineA"/>
                <a:ea typeface="HeadLineA"/>
                <a:sym typeface="HeadLineA"/>
              </a:rPr>
              <a:t>80</a:t>
            </a:r>
          </a:p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565" dirty="0">
                <a:solidFill>
                  <a:schemeClr val="dk1"/>
                </a:solidFill>
                <a:latin typeface="HeadLineA"/>
                <a:ea typeface="HeadLineA"/>
                <a:sym typeface="HeadLineA"/>
              </a:rPr>
              <a:t>78</a:t>
            </a:r>
          </a:p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565" dirty="0">
                <a:solidFill>
                  <a:schemeClr val="dk1"/>
                </a:solidFill>
                <a:latin typeface="HeadLineA"/>
                <a:ea typeface="HeadLineA"/>
                <a:sym typeface="HeadLineA"/>
              </a:rPr>
              <a:t>76</a:t>
            </a:r>
            <a:endParaRPr dirty="0"/>
          </a:p>
        </p:txBody>
      </p:sp>
      <p:sp>
        <p:nvSpPr>
          <p:cNvPr id="52" name="Google Shape;3965;p51">
            <a:extLst>
              <a:ext uri="{FF2B5EF4-FFF2-40B4-BE49-F238E27FC236}">
                <a16:creationId xmlns:a16="http://schemas.microsoft.com/office/drawing/2014/main" id="{1520149D-6A53-8D5A-64AC-338CB2B21752}"/>
              </a:ext>
            </a:extLst>
          </p:cNvPr>
          <p:cNvSpPr txBox="1"/>
          <p:nvPr/>
        </p:nvSpPr>
        <p:spPr>
          <a:xfrm>
            <a:off x="521282" y="1200792"/>
            <a:ext cx="242374" cy="122260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565" dirty="0">
                <a:solidFill>
                  <a:schemeClr val="dk1"/>
                </a:solidFill>
                <a:latin typeface="HeadLineA"/>
                <a:ea typeface="HeadLineA"/>
                <a:sym typeface="HeadLineA"/>
              </a:rPr>
              <a:t>99</a:t>
            </a:r>
          </a:p>
          <a:p>
            <a:pPr marL="0" marR="0" lvl="0" indent="0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565" dirty="0">
                <a:solidFill>
                  <a:schemeClr val="dk1"/>
                </a:solidFill>
                <a:latin typeface="HeadLineA"/>
                <a:ea typeface="HeadLineA"/>
                <a:cs typeface="HeadLineA"/>
                <a:sym typeface="HeadLineA"/>
              </a:rPr>
              <a:t>97</a:t>
            </a:r>
          </a:p>
          <a:p>
            <a:pPr marL="0" marR="0" lvl="0" indent="0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565" dirty="0">
                <a:solidFill>
                  <a:schemeClr val="dk1"/>
                </a:solidFill>
                <a:latin typeface="HeadLineA"/>
                <a:ea typeface="HeadLineA"/>
                <a:cs typeface="HeadLineA"/>
                <a:sym typeface="HeadLineA"/>
              </a:rPr>
              <a:t>95</a:t>
            </a:r>
          </a:p>
          <a:p>
            <a:pPr marL="0" marR="0" lvl="0" indent="0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565" dirty="0">
                <a:solidFill>
                  <a:schemeClr val="dk1"/>
                </a:solidFill>
                <a:latin typeface="HeadLineA"/>
                <a:ea typeface="HeadLineA"/>
                <a:cs typeface="HeadLineA"/>
                <a:sym typeface="HeadLineA"/>
              </a:rPr>
              <a:t>93</a:t>
            </a:r>
          </a:p>
          <a:p>
            <a:pPr marL="0" marR="0" lvl="0" indent="0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565" dirty="0">
                <a:solidFill>
                  <a:schemeClr val="dk1"/>
                </a:solidFill>
                <a:latin typeface="HeadLineA"/>
                <a:ea typeface="HeadLineA"/>
                <a:cs typeface="HeadLineA"/>
                <a:sym typeface="HeadLineA"/>
              </a:rPr>
              <a:t>91</a:t>
            </a:r>
          </a:p>
          <a:p>
            <a:pPr marL="0" marR="0" lvl="0" indent="0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565" dirty="0">
                <a:solidFill>
                  <a:schemeClr val="dk1"/>
                </a:solidFill>
                <a:latin typeface="HeadLineA"/>
                <a:ea typeface="HeadLineA"/>
                <a:cs typeface="HeadLineA"/>
                <a:sym typeface="HeadLineA"/>
              </a:rPr>
              <a:t>89</a:t>
            </a:r>
          </a:p>
          <a:p>
            <a:pPr marL="0" marR="0" lvl="0" indent="0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565" dirty="0">
                <a:solidFill>
                  <a:schemeClr val="dk1"/>
                </a:solidFill>
                <a:latin typeface="HeadLineA"/>
                <a:ea typeface="HeadLineA"/>
                <a:cs typeface="HeadLineA"/>
                <a:sym typeface="HeadLineA"/>
              </a:rPr>
              <a:t>87</a:t>
            </a:r>
          </a:p>
          <a:p>
            <a:pPr marL="0" marR="0" lvl="0" indent="0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565" dirty="0">
                <a:solidFill>
                  <a:schemeClr val="dk1"/>
                </a:solidFill>
                <a:latin typeface="HeadLineA"/>
                <a:ea typeface="HeadLineA"/>
                <a:cs typeface="HeadLineA"/>
                <a:sym typeface="HeadLineA"/>
              </a:rPr>
              <a:t>85</a:t>
            </a:r>
          </a:p>
          <a:p>
            <a:pPr marL="0" marR="0" lvl="0" indent="0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565" dirty="0">
                <a:solidFill>
                  <a:schemeClr val="dk1"/>
                </a:solidFill>
                <a:latin typeface="HeadLineA"/>
                <a:ea typeface="HeadLineA"/>
                <a:cs typeface="HeadLineA"/>
                <a:sym typeface="HeadLineA"/>
              </a:rPr>
              <a:t>83</a:t>
            </a:r>
          </a:p>
          <a:p>
            <a:pPr marL="0" marR="0" lvl="0" indent="0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565" dirty="0">
                <a:solidFill>
                  <a:schemeClr val="dk1"/>
                </a:solidFill>
                <a:latin typeface="HeadLineA"/>
                <a:ea typeface="HeadLineA"/>
                <a:cs typeface="HeadLineA"/>
                <a:sym typeface="HeadLineA"/>
              </a:rPr>
              <a:t>81</a:t>
            </a:r>
          </a:p>
          <a:p>
            <a:pPr marL="0" marR="0" lvl="0" indent="0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565" dirty="0">
                <a:solidFill>
                  <a:schemeClr val="dk1"/>
                </a:solidFill>
                <a:latin typeface="HeadLineA"/>
                <a:ea typeface="HeadLineA"/>
                <a:cs typeface="HeadLineA"/>
                <a:sym typeface="HeadLineA"/>
              </a:rPr>
              <a:t>79</a:t>
            </a:r>
          </a:p>
          <a:p>
            <a:pPr marL="0" marR="0" lvl="0" indent="0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565" dirty="0">
                <a:solidFill>
                  <a:schemeClr val="dk1"/>
                </a:solidFill>
                <a:latin typeface="HeadLineA"/>
                <a:ea typeface="HeadLineA"/>
                <a:cs typeface="HeadLineA"/>
                <a:sym typeface="HeadLineA"/>
              </a:rPr>
              <a:t>77</a:t>
            </a:r>
          </a:p>
          <a:p>
            <a:pPr marL="0" marR="0" lvl="0" indent="0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565" dirty="0">
                <a:solidFill>
                  <a:schemeClr val="dk1"/>
                </a:solidFill>
                <a:latin typeface="HeadLineA"/>
                <a:ea typeface="HeadLineA"/>
                <a:cs typeface="HeadLineA"/>
                <a:sym typeface="HeadLineA"/>
              </a:rPr>
              <a:t>-</a:t>
            </a:r>
          </a:p>
        </p:txBody>
      </p:sp>
      <p:sp>
        <p:nvSpPr>
          <p:cNvPr id="53" name="Google Shape;3966;p51">
            <a:extLst>
              <a:ext uri="{FF2B5EF4-FFF2-40B4-BE49-F238E27FC236}">
                <a16:creationId xmlns:a16="http://schemas.microsoft.com/office/drawing/2014/main" id="{CCFA4B5A-087D-2243-C47D-123FF80997CC}"/>
              </a:ext>
            </a:extLst>
          </p:cNvPr>
          <p:cNvSpPr/>
          <p:nvPr/>
        </p:nvSpPr>
        <p:spPr>
          <a:xfrm>
            <a:off x="590059" y="1200791"/>
            <a:ext cx="211420" cy="1186106"/>
          </a:xfrm>
          <a:prstGeom prst="rect">
            <a:avLst/>
          </a:prstGeom>
          <a:noFill/>
          <a:ln w="9525" cap="flat" cmpd="sng">
            <a:solidFill>
              <a:schemeClr val="dk1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565">
              <a:solidFill>
                <a:schemeClr val="lt1"/>
              </a:solidFill>
              <a:latin typeface="HeadLineA"/>
              <a:ea typeface="HeadLineA"/>
              <a:cs typeface="HeadLineA"/>
              <a:sym typeface="HeadLineA"/>
            </a:endParaRPr>
          </a:p>
        </p:txBody>
      </p:sp>
      <p:sp>
        <p:nvSpPr>
          <p:cNvPr id="58" name="Google Shape;3961;p51">
            <a:extLst>
              <a:ext uri="{FF2B5EF4-FFF2-40B4-BE49-F238E27FC236}">
                <a16:creationId xmlns:a16="http://schemas.microsoft.com/office/drawing/2014/main" id="{6FCBEBCF-2393-6E1A-CAE9-AB677F30F196}"/>
              </a:ext>
            </a:extLst>
          </p:cNvPr>
          <p:cNvSpPr txBox="1"/>
          <p:nvPr/>
        </p:nvSpPr>
        <p:spPr>
          <a:xfrm>
            <a:off x="4572000" y="3658951"/>
            <a:ext cx="396887" cy="139649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565" dirty="0">
                <a:solidFill>
                  <a:schemeClr val="dk1"/>
                </a:solidFill>
                <a:latin typeface="HeadLineA"/>
                <a:ea typeface="HeadLineA"/>
                <a:cs typeface="HeadLineA"/>
                <a:sym typeface="HeadLineA"/>
              </a:rPr>
              <a:t>G20</a:t>
            </a:r>
          </a:p>
          <a:p>
            <a:pPr marL="0" marR="0" lvl="0" indent="0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565" dirty="0">
                <a:solidFill>
                  <a:schemeClr val="dk1"/>
                </a:solidFill>
                <a:latin typeface="HeadLineA"/>
                <a:ea typeface="HeadLineA"/>
                <a:sym typeface="HeadLineA"/>
              </a:rPr>
              <a:t>K20</a:t>
            </a:r>
          </a:p>
          <a:p>
            <a:pPr marL="0" marR="0" lvl="0" indent="0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565" dirty="0">
                <a:solidFill>
                  <a:schemeClr val="dk1"/>
                </a:solidFill>
                <a:latin typeface="HeadLineA"/>
                <a:ea typeface="HeadLineA"/>
                <a:sym typeface="HeadLineA"/>
              </a:rPr>
              <a:t>L20</a:t>
            </a:r>
          </a:p>
          <a:p>
            <a:pPr marL="0" marR="0" lvl="0" indent="0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565" dirty="0">
                <a:solidFill>
                  <a:schemeClr val="dk1"/>
                </a:solidFill>
                <a:latin typeface="HeadLineA"/>
                <a:ea typeface="HeadLineA"/>
                <a:sym typeface="HeadLineA"/>
              </a:rPr>
              <a:t>N18</a:t>
            </a:r>
          </a:p>
          <a:p>
            <a:pPr marL="0" marR="0" lvl="0" indent="0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565" dirty="0">
                <a:solidFill>
                  <a:schemeClr val="dk1"/>
                </a:solidFill>
                <a:latin typeface="HeadLineA"/>
                <a:ea typeface="HeadLineA"/>
                <a:sym typeface="HeadLineA"/>
              </a:rPr>
              <a:t>GND</a:t>
            </a:r>
          </a:p>
          <a:p>
            <a:pPr marL="0" marR="0" lvl="0" indent="0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565" dirty="0">
                <a:solidFill>
                  <a:schemeClr val="dk1"/>
                </a:solidFill>
                <a:latin typeface="HeadLineA"/>
                <a:ea typeface="HeadLineA"/>
                <a:sym typeface="HeadLineA"/>
              </a:rPr>
              <a:t>3V3</a:t>
            </a:r>
          </a:p>
          <a:p>
            <a:pPr marL="0" marR="0" lvl="0" indent="0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565" dirty="0">
                <a:solidFill>
                  <a:schemeClr val="dk1"/>
                </a:solidFill>
                <a:latin typeface="HeadLineA"/>
                <a:ea typeface="HeadLineA"/>
                <a:sym typeface="HeadLineA"/>
              </a:rPr>
              <a:t>P18</a:t>
            </a:r>
          </a:p>
          <a:p>
            <a:pPr marL="0" marR="0" lvl="0" indent="0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565" dirty="0">
                <a:solidFill>
                  <a:schemeClr val="dk1"/>
                </a:solidFill>
                <a:latin typeface="HeadLineA"/>
                <a:ea typeface="HeadLineA"/>
                <a:sym typeface="HeadLineA"/>
              </a:rPr>
              <a:t>GND</a:t>
            </a:r>
          </a:p>
          <a:p>
            <a:pPr marL="0" marR="0" lvl="0" indent="0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565" dirty="0">
                <a:solidFill>
                  <a:schemeClr val="dk1"/>
                </a:solidFill>
                <a:latin typeface="HeadLineA"/>
                <a:ea typeface="HeadLineA"/>
                <a:sym typeface="HeadLineA"/>
              </a:rPr>
              <a:t>U18</a:t>
            </a:r>
          </a:p>
          <a:p>
            <a:pPr marL="0" marR="0" lvl="0" indent="0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565" dirty="0">
                <a:solidFill>
                  <a:schemeClr val="dk1"/>
                </a:solidFill>
                <a:latin typeface="HeadLineA"/>
                <a:ea typeface="HeadLineA"/>
                <a:sym typeface="HeadLineA"/>
              </a:rPr>
              <a:t>M17</a:t>
            </a:r>
          </a:p>
          <a:p>
            <a:pPr marL="0" marR="0" lvl="0" indent="0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565" dirty="0">
                <a:solidFill>
                  <a:schemeClr val="dk1"/>
                </a:solidFill>
                <a:latin typeface="HeadLineA"/>
                <a:ea typeface="HeadLineA"/>
                <a:sym typeface="HeadLineA"/>
              </a:rPr>
              <a:t>R17</a:t>
            </a:r>
          </a:p>
          <a:p>
            <a:pPr marL="0" marR="0" lvl="0" indent="0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565" dirty="0">
                <a:solidFill>
                  <a:schemeClr val="dk1"/>
                </a:solidFill>
                <a:latin typeface="HeadLineA"/>
                <a:ea typeface="HeadLineA"/>
                <a:sym typeface="HeadLineA"/>
              </a:rPr>
              <a:t>T18</a:t>
            </a:r>
          </a:p>
          <a:p>
            <a:pPr marL="0" marR="0" lvl="0" indent="0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565" dirty="0">
                <a:solidFill>
                  <a:schemeClr val="dk1"/>
                </a:solidFill>
                <a:latin typeface="HeadLineA"/>
                <a:ea typeface="HeadLineA"/>
                <a:sym typeface="HeadLineA"/>
              </a:rPr>
              <a:t>K18</a:t>
            </a:r>
          </a:p>
          <a:p>
            <a:pPr marL="0" marR="0" lvl="0" indent="0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565" dirty="0">
                <a:solidFill>
                  <a:schemeClr val="dk1"/>
                </a:solidFill>
                <a:latin typeface="HeadLineA"/>
                <a:ea typeface="HeadLineA"/>
                <a:sym typeface="HeadLineA"/>
              </a:rPr>
              <a:t>GND</a:t>
            </a:r>
          </a:p>
          <a:p>
            <a:pPr marL="0" marR="0" lvl="0" indent="0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565" dirty="0">
                <a:solidFill>
                  <a:schemeClr val="dk1"/>
                </a:solidFill>
                <a:latin typeface="HeadLineA"/>
                <a:ea typeface="HeadLineA"/>
                <a:sym typeface="HeadLineA"/>
              </a:rPr>
              <a:t>3V3</a:t>
            </a:r>
            <a:endParaRPr dirty="0"/>
          </a:p>
        </p:txBody>
      </p:sp>
      <p:sp>
        <p:nvSpPr>
          <p:cNvPr id="59" name="Google Shape;3962;p51">
            <a:extLst>
              <a:ext uri="{FF2B5EF4-FFF2-40B4-BE49-F238E27FC236}">
                <a16:creationId xmlns:a16="http://schemas.microsoft.com/office/drawing/2014/main" id="{B41A4382-6295-74A3-12CA-6E74DADFE0CC}"/>
              </a:ext>
            </a:extLst>
          </p:cNvPr>
          <p:cNvSpPr txBox="1"/>
          <p:nvPr/>
        </p:nvSpPr>
        <p:spPr>
          <a:xfrm>
            <a:off x="4414418" y="3658951"/>
            <a:ext cx="396887" cy="139649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565" dirty="0">
                <a:solidFill>
                  <a:schemeClr val="dk1"/>
                </a:solidFill>
                <a:latin typeface="HeadLineA"/>
                <a:ea typeface="HeadLineA"/>
                <a:sym typeface="HeadLineA"/>
              </a:rPr>
              <a:t>J20</a:t>
            </a:r>
          </a:p>
          <a:p>
            <a:pPr marL="0" marR="0" lvl="0" indent="0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565" dirty="0">
                <a:solidFill>
                  <a:schemeClr val="dk1"/>
                </a:solidFill>
                <a:latin typeface="HeadLineA"/>
                <a:ea typeface="HeadLineA"/>
                <a:sym typeface="HeadLineA"/>
              </a:rPr>
              <a:t>L18</a:t>
            </a:r>
          </a:p>
          <a:p>
            <a:pPr marL="0" marR="0" lvl="0" indent="0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565" dirty="0">
                <a:solidFill>
                  <a:schemeClr val="dk1"/>
                </a:solidFill>
                <a:latin typeface="HeadLineA"/>
                <a:ea typeface="HeadLineA"/>
                <a:sym typeface="HeadLineA"/>
              </a:rPr>
              <a:t>M18</a:t>
            </a:r>
          </a:p>
          <a:p>
            <a:pPr marL="0" marR="0" lvl="0" indent="0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565" dirty="0">
                <a:solidFill>
                  <a:schemeClr val="dk1"/>
                </a:solidFill>
                <a:latin typeface="HeadLineA"/>
                <a:ea typeface="HeadLineA"/>
                <a:sym typeface="HeadLineA"/>
              </a:rPr>
              <a:t>N17</a:t>
            </a:r>
          </a:p>
          <a:p>
            <a:pPr marL="0" marR="0" lvl="0" indent="0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565" dirty="0">
                <a:solidFill>
                  <a:schemeClr val="dk1"/>
                </a:solidFill>
                <a:latin typeface="HeadLineA"/>
                <a:ea typeface="HeadLineA"/>
                <a:sym typeface="HeadLineA"/>
              </a:rPr>
              <a:t>GND</a:t>
            </a:r>
          </a:p>
          <a:p>
            <a:pPr marL="0" marR="0" lvl="0" indent="0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565" dirty="0">
                <a:solidFill>
                  <a:schemeClr val="dk1"/>
                </a:solidFill>
                <a:latin typeface="HeadLineA"/>
                <a:ea typeface="HeadLineA"/>
                <a:sym typeface="HeadLineA"/>
              </a:rPr>
              <a:t>3V3</a:t>
            </a:r>
          </a:p>
          <a:p>
            <a:pPr marL="0" marR="0" lvl="0" indent="0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565" dirty="0">
                <a:solidFill>
                  <a:schemeClr val="dk1"/>
                </a:solidFill>
                <a:latin typeface="HeadLineA"/>
                <a:ea typeface="HeadLineA"/>
                <a:sym typeface="HeadLineA"/>
              </a:rPr>
              <a:t>U17</a:t>
            </a:r>
          </a:p>
          <a:p>
            <a:pPr marL="0" marR="0" lvl="0" indent="0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565" dirty="0">
                <a:solidFill>
                  <a:schemeClr val="dk1"/>
                </a:solidFill>
                <a:latin typeface="HeadLineA"/>
                <a:ea typeface="HeadLineA"/>
                <a:sym typeface="HeadLineA"/>
              </a:rPr>
              <a:t>5V</a:t>
            </a:r>
          </a:p>
          <a:p>
            <a:pPr marL="0" marR="0" lvl="0" indent="0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565" dirty="0">
                <a:solidFill>
                  <a:schemeClr val="dk1"/>
                </a:solidFill>
                <a:latin typeface="HeadLineA"/>
                <a:ea typeface="HeadLineA"/>
                <a:sym typeface="HeadLineA"/>
              </a:rPr>
              <a:t>T17</a:t>
            </a:r>
          </a:p>
          <a:p>
            <a:pPr marL="0" marR="0" lvl="0" indent="0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565" dirty="0">
                <a:solidFill>
                  <a:schemeClr val="dk1"/>
                </a:solidFill>
                <a:latin typeface="HeadLineA"/>
                <a:ea typeface="HeadLineA"/>
                <a:sym typeface="HeadLineA"/>
              </a:rPr>
              <a:t>P17</a:t>
            </a:r>
          </a:p>
          <a:p>
            <a:pPr marL="0" marR="0" lvl="0" indent="0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565" dirty="0">
                <a:solidFill>
                  <a:schemeClr val="dk1"/>
                </a:solidFill>
                <a:latin typeface="HeadLineA"/>
                <a:ea typeface="HeadLineA"/>
                <a:sym typeface="HeadLineA"/>
              </a:rPr>
              <a:t>R18</a:t>
            </a:r>
          </a:p>
          <a:p>
            <a:pPr marL="0" marR="0" lvl="0" indent="0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565" dirty="0">
                <a:solidFill>
                  <a:schemeClr val="dk1"/>
                </a:solidFill>
                <a:latin typeface="HeadLineA"/>
                <a:ea typeface="HeadLineA"/>
                <a:sym typeface="HeadLineA"/>
              </a:rPr>
              <a:t>C18</a:t>
            </a:r>
          </a:p>
          <a:p>
            <a:pPr marL="0" marR="0" lvl="0" indent="0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565" dirty="0">
                <a:solidFill>
                  <a:schemeClr val="dk1"/>
                </a:solidFill>
                <a:latin typeface="HeadLineA"/>
                <a:ea typeface="HeadLineA"/>
                <a:sym typeface="HeadLineA"/>
              </a:rPr>
              <a:t>U16</a:t>
            </a:r>
          </a:p>
          <a:p>
            <a:pPr marL="0" marR="0" lvl="0" indent="0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565" dirty="0">
                <a:solidFill>
                  <a:schemeClr val="dk1"/>
                </a:solidFill>
                <a:latin typeface="HeadLineA"/>
                <a:ea typeface="HeadLineA"/>
                <a:sym typeface="HeadLineA"/>
              </a:rPr>
              <a:t>GND</a:t>
            </a:r>
          </a:p>
          <a:p>
            <a:pPr marL="0" marR="0" lvl="0" indent="0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565" dirty="0">
                <a:solidFill>
                  <a:schemeClr val="dk1"/>
                </a:solidFill>
                <a:latin typeface="HeadLineA"/>
                <a:ea typeface="HeadLineA"/>
                <a:sym typeface="HeadLineA"/>
              </a:rPr>
              <a:t>3V3</a:t>
            </a:r>
            <a:endParaRPr dirty="0"/>
          </a:p>
        </p:txBody>
      </p:sp>
      <p:grpSp>
        <p:nvGrpSpPr>
          <p:cNvPr id="60" name="Google Shape;3963;p51">
            <a:extLst>
              <a:ext uri="{FF2B5EF4-FFF2-40B4-BE49-F238E27FC236}">
                <a16:creationId xmlns:a16="http://schemas.microsoft.com/office/drawing/2014/main" id="{4FA86001-8A60-9F4A-81A5-266D2C88C12E}"/>
              </a:ext>
            </a:extLst>
          </p:cNvPr>
          <p:cNvGrpSpPr/>
          <p:nvPr/>
        </p:nvGrpSpPr>
        <p:grpSpPr>
          <a:xfrm>
            <a:off x="4201578" y="3654139"/>
            <a:ext cx="344916" cy="1396496"/>
            <a:chOff x="5407550" y="3284884"/>
            <a:chExt cx="344916" cy="1396496"/>
          </a:xfrm>
        </p:grpSpPr>
        <p:sp>
          <p:nvSpPr>
            <p:cNvPr id="61" name="Google Shape;3964;p51">
              <a:extLst>
                <a:ext uri="{FF2B5EF4-FFF2-40B4-BE49-F238E27FC236}">
                  <a16:creationId xmlns:a16="http://schemas.microsoft.com/office/drawing/2014/main" id="{ED55F7F8-CFEF-E337-A4C5-515E1B8A0678}"/>
                </a:ext>
              </a:extLst>
            </p:cNvPr>
            <p:cNvSpPr txBox="1"/>
            <p:nvPr/>
          </p:nvSpPr>
          <p:spPr>
            <a:xfrm>
              <a:off x="5510092" y="3284884"/>
              <a:ext cx="242374" cy="1396496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 marL="0" marR="0" lvl="0" indent="0" algn="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565" dirty="0">
                  <a:solidFill>
                    <a:schemeClr val="dk1"/>
                  </a:solidFill>
                  <a:latin typeface="HeadLineA"/>
                  <a:ea typeface="HeadLineA"/>
                  <a:sym typeface="HeadLineA"/>
                </a:rPr>
                <a:t>29</a:t>
              </a:r>
            </a:p>
            <a:p>
              <a:pPr marL="0" marR="0" lvl="0" indent="0" algn="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565" dirty="0">
                  <a:solidFill>
                    <a:schemeClr val="dk1"/>
                  </a:solidFill>
                  <a:latin typeface="HeadLineA"/>
                  <a:ea typeface="HeadLineA"/>
                  <a:sym typeface="HeadLineA"/>
                </a:rPr>
                <a:t>27</a:t>
              </a:r>
            </a:p>
            <a:p>
              <a:pPr marL="0" marR="0" lvl="0" indent="0" algn="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565" dirty="0">
                  <a:solidFill>
                    <a:schemeClr val="dk1"/>
                  </a:solidFill>
                  <a:latin typeface="HeadLineA"/>
                  <a:ea typeface="HeadLineA"/>
                  <a:sym typeface="HeadLineA"/>
                </a:rPr>
                <a:t>25</a:t>
              </a:r>
            </a:p>
            <a:p>
              <a:pPr marL="0" marR="0" lvl="0" indent="0" algn="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565" dirty="0">
                  <a:solidFill>
                    <a:schemeClr val="dk1"/>
                  </a:solidFill>
                  <a:latin typeface="HeadLineA"/>
                  <a:ea typeface="HeadLineA"/>
                  <a:sym typeface="HeadLineA"/>
                </a:rPr>
                <a:t>23</a:t>
              </a:r>
            </a:p>
            <a:p>
              <a:pPr marL="0" marR="0" lvl="0" indent="0" algn="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565" dirty="0">
                  <a:solidFill>
                    <a:schemeClr val="dk1"/>
                  </a:solidFill>
                  <a:latin typeface="HeadLineA"/>
                  <a:ea typeface="HeadLineA"/>
                  <a:sym typeface="HeadLineA"/>
                </a:rPr>
                <a:t>21</a:t>
              </a:r>
            </a:p>
            <a:p>
              <a:pPr marL="0" marR="0" lvl="0" indent="0" algn="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565" dirty="0">
                  <a:solidFill>
                    <a:schemeClr val="dk1"/>
                  </a:solidFill>
                  <a:latin typeface="HeadLineA"/>
                  <a:ea typeface="HeadLineA"/>
                  <a:sym typeface="HeadLineA"/>
                </a:rPr>
                <a:t>19</a:t>
              </a:r>
            </a:p>
            <a:p>
              <a:pPr marL="0" marR="0" lvl="0" indent="0" algn="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565" dirty="0">
                  <a:solidFill>
                    <a:schemeClr val="dk1"/>
                  </a:solidFill>
                  <a:latin typeface="HeadLineA"/>
                  <a:ea typeface="HeadLineA"/>
                  <a:sym typeface="HeadLineA"/>
                </a:rPr>
                <a:t>17</a:t>
              </a:r>
            </a:p>
            <a:p>
              <a:pPr marL="0" marR="0" lvl="0" indent="0" algn="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565" dirty="0">
                  <a:solidFill>
                    <a:schemeClr val="dk1"/>
                  </a:solidFill>
                  <a:latin typeface="HeadLineA"/>
                  <a:ea typeface="HeadLineA"/>
                  <a:sym typeface="HeadLineA"/>
                </a:rPr>
                <a:t>15</a:t>
              </a:r>
            </a:p>
            <a:p>
              <a:pPr marL="0" marR="0" lvl="0" indent="0" algn="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565" dirty="0">
                  <a:solidFill>
                    <a:schemeClr val="dk1"/>
                  </a:solidFill>
                  <a:latin typeface="HeadLineA"/>
                  <a:ea typeface="HeadLineA"/>
                  <a:sym typeface="HeadLineA"/>
                </a:rPr>
                <a:t>13</a:t>
              </a:r>
            </a:p>
            <a:p>
              <a:pPr marL="0" marR="0" lvl="0" indent="0" algn="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565" dirty="0">
                  <a:solidFill>
                    <a:schemeClr val="dk1"/>
                  </a:solidFill>
                  <a:latin typeface="HeadLineA"/>
                  <a:ea typeface="HeadLineA"/>
                  <a:sym typeface="HeadLineA"/>
                </a:rPr>
                <a:t>11</a:t>
              </a:r>
            </a:p>
            <a:p>
              <a:pPr marL="0" marR="0" lvl="0" indent="0" algn="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565" dirty="0">
                  <a:solidFill>
                    <a:schemeClr val="dk1"/>
                  </a:solidFill>
                  <a:latin typeface="HeadLineA"/>
                  <a:ea typeface="HeadLineA"/>
                  <a:sym typeface="HeadLineA"/>
                </a:rPr>
                <a:t>9</a:t>
              </a:r>
            </a:p>
            <a:p>
              <a:pPr marL="0" marR="0" lvl="0" indent="0" algn="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565" dirty="0">
                  <a:solidFill>
                    <a:schemeClr val="dk1"/>
                  </a:solidFill>
                  <a:latin typeface="HeadLineA"/>
                  <a:ea typeface="HeadLineA"/>
                  <a:sym typeface="HeadLineA"/>
                </a:rPr>
                <a:t>7</a:t>
              </a:r>
            </a:p>
            <a:p>
              <a:pPr marL="0" marR="0" lvl="0" indent="0" algn="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565" dirty="0">
                  <a:solidFill>
                    <a:schemeClr val="dk1"/>
                  </a:solidFill>
                  <a:latin typeface="HeadLineA"/>
                  <a:ea typeface="HeadLineA"/>
                  <a:sym typeface="HeadLineA"/>
                </a:rPr>
                <a:t>5</a:t>
              </a:r>
            </a:p>
            <a:p>
              <a:pPr marL="0" marR="0" lvl="0" indent="0" algn="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565" dirty="0">
                  <a:solidFill>
                    <a:schemeClr val="dk1"/>
                  </a:solidFill>
                  <a:latin typeface="HeadLineA"/>
                  <a:ea typeface="HeadLineA"/>
                  <a:sym typeface="HeadLineA"/>
                </a:rPr>
                <a:t>3</a:t>
              </a:r>
            </a:p>
            <a:p>
              <a:pPr marL="0" marR="0" lvl="0" indent="0" algn="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565" dirty="0">
                  <a:solidFill>
                    <a:schemeClr val="dk1"/>
                  </a:solidFill>
                  <a:latin typeface="HeadLineA"/>
                  <a:ea typeface="HeadLineA"/>
                  <a:sym typeface="HeadLineA"/>
                </a:rPr>
                <a:t>1</a:t>
              </a:r>
            </a:p>
          </p:txBody>
        </p:sp>
        <p:sp>
          <p:nvSpPr>
            <p:cNvPr id="62" name="Google Shape;3965;p51">
              <a:extLst>
                <a:ext uri="{FF2B5EF4-FFF2-40B4-BE49-F238E27FC236}">
                  <a16:creationId xmlns:a16="http://schemas.microsoft.com/office/drawing/2014/main" id="{DD6E6BE4-5544-1212-EB28-294025415941}"/>
                </a:ext>
              </a:extLst>
            </p:cNvPr>
            <p:cNvSpPr txBox="1"/>
            <p:nvPr/>
          </p:nvSpPr>
          <p:spPr>
            <a:xfrm>
              <a:off x="5407550" y="3284884"/>
              <a:ext cx="242374" cy="1396496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 marL="0" marR="0" lvl="0" indent="0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565" dirty="0">
                  <a:solidFill>
                    <a:schemeClr val="dk1"/>
                  </a:solidFill>
                  <a:latin typeface="HeadLineA"/>
                  <a:ea typeface="HeadLineA"/>
                  <a:sym typeface="HeadLineA"/>
                </a:rPr>
                <a:t>30</a:t>
              </a:r>
            </a:p>
            <a:p>
              <a:pPr marL="0" marR="0" lvl="0" indent="0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565" dirty="0">
                  <a:solidFill>
                    <a:schemeClr val="dk1"/>
                  </a:solidFill>
                  <a:latin typeface="HeadLineA"/>
                  <a:ea typeface="HeadLineA"/>
                  <a:sym typeface="HeadLineA"/>
                </a:rPr>
                <a:t>28</a:t>
              </a:r>
            </a:p>
            <a:p>
              <a:pPr marL="0" marR="0" lvl="0" indent="0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565" dirty="0">
                  <a:solidFill>
                    <a:schemeClr val="dk1"/>
                  </a:solidFill>
                  <a:latin typeface="HeadLineA"/>
                  <a:ea typeface="HeadLineA"/>
                  <a:sym typeface="HeadLineA"/>
                </a:rPr>
                <a:t>26</a:t>
              </a:r>
            </a:p>
            <a:p>
              <a:pPr marL="0" marR="0" lvl="0" indent="0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565" dirty="0">
                  <a:solidFill>
                    <a:schemeClr val="dk1"/>
                  </a:solidFill>
                  <a:latin typeface="HeadLineA"/>
                  <a:ea typeface="HeadLineA"/>
                  <a:sym typeface="HeadLineA"/>
                </a:rPr>
                <a:t>24</a:t>
              </a:r>
            </a:p>
            <a:p>
              <a:pPr marL="0" marR="0" lvl="0" indent="0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565" dirty="0">
                  <a:solidFill>
                    <a:schemeClr val="dk1"/>
                  </a:solidFill>
                  <a:latin typeface="HeadLineA"/>
                  <a:ea typeface="HeadLineA"/>
                  <a:sym typeface="HeadLineA"/>
                </a:rPr>
                <a:t>22</a:t>
              </a:r>
            </a:p>
            <a:p>
              <a:pPr marL="0" marR="0" lvl="0" indent="0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565" dirty="0">
                  <a:solidFill>
                    <a:schemeClr val="dk1"/>
                  </a:solidFill>
                  <a:latin typeface="HeadLineA"/>
                  <a:ea typeface="HeadLineA"/>
                  <a:sym typeface="HeadLineA"/>
                </a:rPr>
                <a:t>20</a:t>
              </a:r>
            </a:p>
            <a:p>
              <a:pPr marL="0" marR="0" lvl="0" indent="0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565" dirty="0">
                  <a:solidFill>
                    <a:schemeClr val="dk1"/>
                  </a:solidFill>
                  <a:latin typeface="HeadLineA"/>
                  <a:ea typeface="HeadLineA"/>
                  <a:sym typeface="HeadLineA"/>
                </a:rPr>
                <a:t>18</a:t>
              </a:r>
            </a:p>
            <a:p>
              <a:pPr marL="0" marR="0" lvl="0" indent="0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565" dirty="0">
                  <a:solidFill>
                    <a:schemeClr val="dk1"/>
                  </a:solidFill>
                  <a:latin typeface="HeadLineA"/>
                  <a:ea typeface="HeadLineA"/>
                  <a:sym typeface="HeadLineA"/>
                </a:rPr>
                <a:t>16</a:t>
              </a:r>
            </a:p>
            <a:p>
              <a:pPr marL="0" marR="0" lvl="0" indent="0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565" dirty="0">
                  <a:solidFill>
                    <a:schemeClr val="dk1"/>
                  </a:solidFill>
                  <a:latin typeface="HeadLineA"/>
                  <a:ea typeface="HeadLineA"/>
                  <a:sym typeface="HeadLineA"/>
                </a:rPr>
                <a:t>14</a:t>
              </a:r>
            </a:p>
            <a:p>
              <a:pPr marL="0" marR="0" lvl="0" indent="0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565" dirty="0">
                  <a:solidFill>
                    <a:schemeClr val="dk1"/>
                  </a:solidFill>
                  <a:latin typeface="HeadLineA"/>
                  <a:ea typeface="HeadLineA"/>
                  <a:sym typeface="HeadLineA"/>
                </a:rPr>
                <a:t>12</a:t>
              </a:r>
            </a:p>
            <a:p>
              <a:pPr marL="0" marR="0" lvl="0" indent="0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565" dirty="0">
                  <a:solidFill>
                    <a:schemeClr val="dk1"/>
                  </a:solidFill>
                  <a:latin typeface="HeadLineA"/>
                  <a:ea typeface="HeadLineA"/>
                  <a:sym typeface="HeadLineA"/>
                </a:rPr>
                <a:t>10</a:t>
              </a:r>
            </a:p>
            <a:p>
              <a:pPr marL="0" marR="0" lvl="0" indent="0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565" dirty="0">
                  <a:solidFill>
                    <a:schemeClr val="dk1"/>
                  </a:solidFill>
                  <a:latin typeface="HeadLineA"/>
                  <a:ea typeface="HeadLineA"/>
                  <a:sym typeface="HeadLineA"/>
                </a:rPr>
                <a:t>8</a:t>
              </a:r>
            </a:p>
            <a:p>
              <a:pPr marL="0" marR="0" lvl="0" indent="0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565" dirty="0">
                  <a:solidFill>
                    <a:schemeClr val="dk1"/>
                  </a:solidFill>
                  <a:latin typeface="HeadLineA"/>
                  <a:ea typeface="HeadLineA"/>
                  <a:sym typeface="HeadLineA"/>
                </a:rPr>
                <a:t>6</a:t>
              </a:r>
            </a:p>
            <a:p>
              <a:pPr marL="0" marR="0" lvl="0" indent="0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565" dirty="0">
                  <a:solidFill>
                    <a:schemeClr val="dk1"/>
                  </a:solidFill>
                  <a:latin typeface="HeadLineA"/>
                  <a:ea typeface="HeadLineA"/>
                  <a:sym typeface="HeadLineA"/>
                </a:rPr>
                <a:t>4</a:t>
              </a:r>
            </a:p>
            <a:p>
              <a:pPr marL="0" marR="0" lvl="0" indent="0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565" dirty="0">
                  <a:solidFill>
                    <a:schemeClr val="dk1"/>
                  </a:solidFill>
                  <a:latin typeface="HeadLineA"/>
                  <a:ea typeface="HeadLineA"/>
                  <a:sym typeface="HeadLineA"/>
                </a:rPr>
                <a:t>2</a:t>
              </a:r>
              <a:endParaRPr lang="en-US" sz="565" dirty="0">
                <a:solidFill>
                  <a:schemeClr val="dk1"/>
                </a:solidFill>
                <a:latin typeface="HeadLineA"/>
                <a:ea typeface="HeadLineA"/>
                <a:cs typeface="HeadLineA"/>
                <a:sym typeface="HeadLineA"/>
              </a:endParaRPr>
            </a:p>
          </p:txBody>
        </p:sp>
        <p:sp>
          <p:nvSpPr>
            <p:cNvPr id="63" name="Google Shape;3966;p51">
              <a:extLst>
                <a:ext uri="{FF2B5EF4-FFF2-40B4-BE49-F238E27FC236}">
                  <a16:creationId xmlns:a16="http://schemas.microsoft.com/office/drawing/2014/main" id="{E821D7EF-ED5D-17C5-483C-5D81213732AC}"/>
                </a:ext>
              </a:extLst>
            </p:cNvPr>
            <p:cNvSpPr/>
            <p:nvPr/>
          </p:nvSpPr>
          <p:spPr>
            <a:xfrm>
              <a:off x="5466802" y="3319921"/>
              <a:ext cx="211420" cy="1314450"/>
            </a:xfrm>
            <a:prstGeom prst="rect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miter lim="800000"/>
              <a:headEnd type="none" w="sm" len="sm"/>
              <a:tailEnd type="none" w="sm" len="sm"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565">
                <a:solidFill>
                  <a:schemeClr val="lt1"/>
                </a:solidFill>
                <a:latin typeface="HeadLineA"/>
                <a:ea typeface="HeadLineA"/>
                <a:cs typeface="HeadLineA"/>
                <a:sym typeface="HeadLineA"/>
              </a:endParaRPr>
            </a:p>
          </p:txBody>
        </p:sp>
      </p:grpSp>
      <p:sp>
        <p:nvSpPr>
          <p:cNvPr id="65" name="Google Shape;3962;p51">
            <a:extLst>
              <a:ext uri="{FF2B5EF4-FFF2-40B4-BE49-F238E27FC236}">
                <a16:creationId xmlns:a16="http://schemas.microsoft.com/office/drawing/2014/main" id="{62F21652-9783-1BDE-12D6-54ABA5E50750}"/>
              </a:ext>
            </a:extLst>
          </p:cNvPr>
          <p:cNvSpPr txBox="1"/>
          <p:nvPr/>
        </p:nvSpPr>
        <p:spPr>
          <a:xfrm>
            <a:off x="4414418" y="2348262"/>
            <a:ext cx="396887" cy="139649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565" dirty="0">
                <a:solidFill>
                  <a:schemeClr val="dk1"/>
                </a:solidFill>
                <a:latin typeface="HeadLineA"/>
                <a:ea typeface="HeadLineA"/>
                <a:sym typeface="HeadLineA"/>
              </a:rPr>
              <a:t>D1</a:t>
            </a:r>
          </a:p>
          <a:p>
            <a:pPr marL="0" marR="0" lvl="0" indent="0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565" dirty="0">
                <a:solidFill>
                  <a:schemeClr val="dk1"/>
                </a:solidFill>
                <a:latin typeface="HeadLineA"/>
                <a:ea typeface="HeadLineA"/>
                <a:sym typeface="HeadLineA"/>
              </a:rPr>
              <a:t>C1</a:t>
            </a:r>
          </a:p>
          <a:p>
            <a:pPr marL="0" marR="0" lvl="0" indent="0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565" dirty="0">
                <a:solidFill>
                  <a:schemeClr val="dk1"/>
                </a:solidFill>
                <a:latin typeface="HeadLineA"/>
                <a:ea typeface="HeadLineA"/>
                <a:sym typeface="HeadLineA"/>
              </a:rPr>
              <a:t>C2</a:t>
            </a:r>
          </a:p>
          <a:p>
            <a:pPr marL="0" marR="0" lvl="0" indent="0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565" dirty="0">
                <a:solidFill>
                  <a:schemeClr val="dk1"/>
                </a:solidFill>
                <a:latin typeface="HeadLineA"/>
                <a:ea typeface="HeadLineA"/>
                <a:sym typeface="HeadLineA"/>
              </a:rPr>
              <a:t>E3</a:t>
            </a:r>
          </a:p>
          <a:p>
            <a:pPr marL="0" marR="0" lvl="0" indent="0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565" dirty="0">
                <a:solidFill>
                  <a:schemeClr val="dk1"/>
                </a:solidFill>
                <a:latin typeface="HeadLineA"/>
                <a:ea typeface="HeadLineA"/>
                <a:sym typeface="HeadLineA"/>
              </a:rPr>
              <a:t>GND</a:t>
            </a:r>
          </a:p>
          <a:p>
            <a:pPr marL="0" marR="0" lvl="0" indent="0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565" dirty="0">
                <a:solidFill>
                  <a:schemeClr val="dk1"/>
                </a:solidFill>
                <a:latin typeface="HeadLineA"/>
                <a:ea typeface="HeadLineA"/>
                <a:sym typeface="HeadLineA"/>
              </a:rPr>
              <a:t>3V3</a:t>
            </a:r>
          </a:p>
          <a:p>
            <a:pPr marL="0" marR="0" lvl="0" indent="0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565" dirty="0">
                <a:solidFill>
                  <a:schemeClr val="dk1"/>
                </a:solidFill>
                <a:latin typeface="HeadLineA"/>
                <a:ea typeface="HeadLineA"/>
                <a:sym typeface="HeadLineA"/>
              </a:rPr>
              <a:t>B4</a:t>
            </a:r>
          </a:p>
          <a:p>
            <a:pPr marL="0" marR="0" lvl="0" indent="0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565" dirty="0">
                <a:solidFill>
                  <a:schemeClr val="dk1"/>
                </a:solidFill>
                <a:latin typeface="HeadLineA"/>
                <a:ea typeface="HeadLineA"/>
                <a:sym typeface="HeadLineA"/>
              </a:rPr>
              <a:t>5V</a:t>
            </a:r>
          </a:p>
          <a:p>
            <a:pPr marL="0" marR="0" lvl="0" indent="0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565" dirty="0">
                <a:solidFill>
                  <a:schemeClr val="dk1"/>
                </a:solidFill>
                <a:latin typeface="HeadLineA"/>
                <a:ea typeface="HeadLineA"/>
                <a:sym typeface="HeadLineA"/>
              </a:rPr>
              <a:t>D3</a:t>
            </a:r>
          </a:p>
          <a:p>
            <a:pPr marL="0" marR="0" lvl="0" indent="0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565" dirty="0">
                <a:solidFill>
                  <a:schemeClr val="dk1"/>
                </a:solidFill>
                <a:latin typeface="HeadLineA"/>
                <a:ea typeface="HeadLineA"/>
                <a:sym typeface="HeadLineA"/>
              </a:rPr>
              <a:t>C17</a:t>
            </a:r>
          </a:p>
          <a:p>
            <a:pPr marL="0" marR="0" lvl="0" indent="0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565" dirty="0">
                <a:solidFill>
                  <a:schemeClr val="dk1"/>
                </a:solidFill>
                <a:latin typeface="HeadLineA"/>
                <a:ea typeface="HeadLineA"/>
                <a:sym typeface="HeadLineA"/>
              </a:rPr>
              <a:t>B18</a:t>
            </a:r>
          </a:p>
          <a:p>
            <a:pPr marL="0" marR="0" lvl="0" indent="0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565" dirty="0">
                <a:solidFill>
                  <a:schemeClr val="dk1"/>
                </a:solidFill>
                <a:latin typeface="HeadLineA"/>
                <a:ea typeface="HeadLineA"/>
                <a:sym typeface="HeadLineA"/>
              </a:rPr>
              <a:t>B20</a:t>
            </a:r>
          </a:p>
          <a:p>
            <a:pPr marL="0" marR="0" lvl="0" indent="0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565" dirty="0">
                <a:solidFill>
                  <a:schemeClr val="dk1"/>
                </a:solidFill>
                <a:latin typeface="HeadLineA"/>
                <a:ea typeface="HeadLineA"/>
                <a:sym typeface="HeadLineA"/>
              </a:rPr>
              <a:t>F20</a:t>
            </a:r>
          </a:p>
          <a:p>
            <a:pPr marL="0" marR="0" lvl="0" indent="0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565" dirty="0">
                <a:solidFill>
                  <a:schemeClr val="dk1"/>
                </a:solidFill>
                <a:latin typeface="HeadLineA"/>
                <a:ea typeface="HeadLineA"/>
                <a:sym typeface="HeadLineA"/>
              </a:rPr>
              <a:t>GND</a:t>
            </a:r>
          </a:p>
          <a:p>
            <a:pPr marL="0" marR="0" lvl="0" indent="0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565" dirty="0">
                <a:solidFill>
                  <a:schemeClr val="dk1"/>
                </a:solidFill>
                <a:latin typeface="HeadLineA"/>
                <a:ea typeface="HeadLineA"/>
                <a:sym typeface="HeadLineA"/>
              </a:rPr>
              <a:t>3V3</a:t>
            </a:r>
            <a:endParaRPr dirty="0"/>
          </a:p>
        </p:txBody>
      </p:sp>
      <p:grpSp>
        <p:nvGrpSpPr>
          <p:cNvPr id="66" name="Google Shape;3963;p51">
            <a:extLst>
              <a:ext uri="{FF2B5EF4-FFF2-40B4-BE49-F238E27FC236}">
                <a16:creationId xmlns:a16="http://schemas.microsoft.com/office/drawing/2014/main" id="{E1060ED5-FD32-F98D-F387-F59F37431BA2}"/>
              </a:ext>
            </a:extLst>
          </p:cNvPr>
          <p:cNvGrpSpPr/>
          <p:nvPr/>
        </p:nvGrpSpPr>
        <p:grpSpPr>
          <a:xfrm>
            <a:off x="4201578" y="2343450"/>
            <a:ext cx="344916" cy="1396496"/>
            <a:chOff x="5407550" y="3284884"/>
            <a:chExt cx="344916" cy="1396496"/>
          </a:xfrm>
        </p:grpSpPr>
        <p:sp>
          <p:nvSpPr>
            <p:cNvPr id="67" name="Google Shape;3964;p51">
              <a:extLst>
                <a:ext uri="{FF2B5EF4-FFF2-40B4-BE49-F238E27FC236}">
                  <a16:creationId xmlns:a16="http://schemas.microsoft.com/office/drawing/2014/main" id="{D5BA2ED0-64B2-04FE-4A57-53BAD8E1D8AB}"/>
                </a:ext>
              </a:extLst>
            </p:cNvPr>
            <p:cNvSpPr txBox="1"/>
            <p:nvPr/>
          </p:nvSpPr>
          <p:spPr>
            <a:xfrm>
              <a:off x="5510092" y="3284884"/>
              <a:ext cx="242374" cy="1396496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 marL="0" marR="0" lvl="0" indent="0" algn="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565" dirty="0">
                  <a:solidFill>
                    <a:schemeClr val="dk1"/>
                  </a:solidFill>
                  <a:latin typeface="HeadLineA"/>
                  <a:ea typeface="HeadLineA"/>
                  <a:sym typeface="HeadLineA"/>
                </a:rPr>
                <a:t>29</a:t>
              </a:r>
            </a:p>
            <a:p>
              <a:pPr marL="0" marR="0" lvl="0" indent="0" algn="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565" dirty="0">
                  <a:solidFill>
                    <a:schemeClr val="dk1"/>
                  </a:solidFill>
                  <a:latin typeface="HeadLineA"/>
                  <a:ea typeface="HeadLineA"/>
                  <a:sym typeface="HeadLineA"/>
                </a:rPr>
                <a:t>27</a:t>
              </a:r>
            </a:p>
            <a:p>
              <a:pPr marL="0" marR="0" lvl="0" indent="0" algn="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565" dirty="0">
                  <a:solidFill>
                    <a:schemeClr val="dk1"/>
                  </a:solidFill>
                  <a:latin typeface="HeadLineA"/>
                  <a:ea typeface="HeadLineA"/>
                  <a:sym typeface="HeadLineA"/>
                </a:rPr>
                <a:t>25</a:t>
              </a:r>
            </a:p>
            <a:p>
              <a:pPr marL="0" marR="0" lvl="0" indent="0" algn="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565" dirty="0">
                  <a:solidFill>
                    <a:schemeClr val="dk1"/>
                  </a:solidFill>
                  <a:latin typeface="HeadLineA"/>
                  <a:ea typeface="HeadLineA"/>
                  <a:sym typeface="HeadLineA"/>
                </a:rPr>
                <a:t>23</a:t>
              </a:r>
            </a:p>
            <a:p>
              <a:pPr marL="0" marR="0" lvl="0" indent="0" algn="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565" dirty="0">
                  <a:solidFill>
                    <a:schemeClr val="dk1"/>
                  </a:solidFill>
                  <a:latin typeface="HeadLineA"/>
                  <a:ea typeface="HeadLineA"/>
                  <a:sym typeface="HeadLineA"/>
                </a:rPr>
                <a:t>21</a:t>
              </a:r>
            </a:p>
            <a:p>
              <a:pPr marL="0" marR="0" lvl="0" indent="0" algn="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565" dirty="0">
                  <a:solidFill>
                    <a:schemeClr val="dk1"/>
                  </a:solidFill>
                  <a:latin typeface="HeadLineA"/>
                  <a:ea typeface="HeadLineA"/>
                  <a:sym typeface="HeadLineA"/>
                </a:rPr>
                <a:t>19</a:t>
              </a:r>
            </a:p>
            <a:p>
              <a:pPr marL="0" marR="0" lvl="0" indent="0" algn="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565" dirty="0">
                  <a:solidFill>
                    <a:schemeClr val="dk1"/>
                  </a:solidFill>
                  <a:latin typeface="HeadLineA"/>
                  <a:ea typeface="HeadLineA"/>
                  <a:sym typeface="HeadLineA"/>
                </a:rPr>
                <a:t>17</a:t>
              </a:r>
            </a:p>
            <a:p>
              <a:pPr marL="0" marR="0" lvl="0" indent="0" algn="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565" dirty="0">
                  <a:solidFill>
                    <a:schemeClr val="dk1"/>
                  </a:solidFill>
                  <a:latin typeface="HeadLineA"/>
                  <a:ea typeface="HeadLineA"/>
                  <a:sym typeface="HeadLineA"/>
                </a:rPr>
                <a:t>15</a:t>
              </a:r>
            </a:p>
            <a:p>
              <a:pPr marL="0" marR="0" lvl="0" indent="0" algn="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565" dirty="0">
                  <a:solidFill>
                    <a:schemeClr val="dk1"/>
                  </a:solidFill>
                  <a:latin typeface="HeadLineA"/>
                  <a:ea typeface="HeadLineA"/>
                  <a:sym typeface="HeadLineA"/>
                </a:rPr>
                <a:t>13</a:t>
              </a:r>
            </a:p>
            <a:p>
              <a:pPr marL="0" marR="0" lvl="0" indent="0" algn="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565" dirty="0">
                  <a:solidFill>
                    <a:schemeClr val="dk1"/>
                  </a:solidFill>
                  <a:latin typeface="HeadLineA"/>
                  <a:ea typeface="HeadLineA"/>
                  <a:sym typeface="HeadLineA"/>
                </a:rPr>
                <a:t>11</a:t>
              </a:r>
            </a:p>
            <a:p>
              <a:pPr marL="0" marR="0" lvl="0" indent="0" algn="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565" dirty="0">
                  <a:solidFill>
                    <a:schemeClr val="dk1"/>
                  </a:solidFill>
                  <a:latin typeface="HeadLineA"/>
                  <a:ea typeface="HeadLineA"/>
                  <a:sym typeface="HeadLineA"/>
                </a:rPr>
                <a:t>9</a:t>
              </a:r>
            </a:p>
            <a:p>
              <a:pPr marL="0" marR="0" lvl="0" indent="0" algn="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565" dirty="0">
                  <a:solidFill>
                    <a:schemeClr val="dk1"/>
                  </a:solidFill>
                  <a:latin typeface="HeadLineA"/>
                  <a:ea typeface="HeadLineA"/>
                  <a:sym typeface="HeadLineA"/>
                </a:rPr>
                <a:t>7</a:t>
              </a:r>
            </a:p>
            <a:p>
              <a:pPr marL="0" marR="0" lvl="0" indent="0" algn="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565" dirty="0">
                  <a:solidFill>
                    <a:schemeClr val="dk1"/>
                  </a:solidFill>
                  <a:latin typeface="HeadLineA"/>
                  <a:ea typeface="HeadLineA"/>
                  <a:sym typeface="HeadLineA"/>
                </a:rPr>
                <a:t>5</a:t>
              </a:r>
            </a:p>
            <a:p>
              <a:pPr marL="0" marR="0" lvl="0" indent="0" algn="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565" dirty="0">
                  <a:solidFill>
                    <a:schemeClr val="dk1"/>
                  </a:solidFill>
                  <a:latin typeface="HeadLineA"/>
                  <a:ea typeface="HeadLineA"/>
                  <a:sym typeface="HeadLineA"/>
                </a:rPr>
                <a:t>3</a:t>
              </a:r>
            </a:p>
            <a:p>
              <a:pPr marL="0" marR="0" lvl="0" indent="0" algn="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565" dirty="0">
                  <a:solidFill>
                    <a:schemeClr val="dk1"/>
                  </a:solidFill>
                  <a:latin typeface="HeadLineA"/>
                  <a:ea typeface="HeadLineA"/>
                  <a:sym typeface="HeadLineA"/>
                </a:rPr>
                <a:t>1</a:t>
              </a:r>
            </a:p>
          </p:txBody>
        </p:sp>
        <p:sp>
          <p:nvSpPr>
            <p:cNvPr id="68" name="Google Shape;3965;p51">
              <a:extLst>
                <a:ext uri="{FF2B5EF4-FFF2-40B4-BE49-F238E27FC236}">
                  <a16:creationId xmlns:a16="http://schemas.microsoft.com/office/drawing/2014/main" id="{4F3E2D96-82EF-6B44-6C5D-6DAD86085AB6}"/>
                </a:ext>
              </a:extLst>
            </p:cNvPr>
            <p:cNvSpPr txBox="1"/>
            <p:nvPr/>
          </p:nvSpPr>
          <p:spPr>
            <a:xfrm>
              <a:off x="5407550" y="3284884"/>
              <a:ext cx="242374" cy="1396496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 marL="0" marR="0" lvl="0" indent="0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565" dirty="0">
                  <a:solidFill>
                    <a:schemeClr val="dk1"/>
                  </a:solidFill>
                  <a:latin typeface="HeadLineA"/>
                  <a:ea typeface="HeadLineA"/>
                  <a:sym typeface="HeadLineA"/>
                </a:rPr>
                <a:t>30</a:t>
              </a:r>
            </a:p>
            <a:p>
              <a:pPr marL="0" marR="0" lvl="0" indent="0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565" dirty="0">
                  <a:solidFill>
                    <a:schemeClr val="dk1"/>
                  </a:solidFill>
                  <a:latin typeface="HeadLineA"/>
                  <a:ea typeface="HeadLineA"/>
                  <a:sym typeface="HeadLineA"/>
                </a:rPr>
                <a:t>28</a:t>
              </a:r>
            </a:p>
            <a:p>
              <a:pPr marL="0" marR="0" lvl="0" indent="0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565" dirty="0">
                  <a:solidFill>
                    <a:schemeClr val="dk1"/>
                  </a:solidFill>
                  <a:latin typeface="HeadLineA"/>
                  <a:ea typeface="HeadLineA"/>
                  <a:sym typeface="HeadLineA"/>
                </a:rPr>
                <a:t>26</a:t>
              </a:r>
            </a:p>
            <a:p>
              <a:pPr marL="0" marR="0" lvl="0" indent="0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565" dirty="0">
                  <a:solidFill>
                    <a:schemeClr val="dk1"/>
                  </a:solidFill>
                  <a:latin typeface="HeadLineA"/>
                  <a:ea typeface="HeadLineA"/>
                  <a:sym typeface="HeadLineA"/>
                </a:rPr>
                <a:t>24</a:t>
              </a:r>
            </a:p>
            <a:p>
              <a:pPr marL="0" marR="0" lvl="0" indent="0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565" dirty="0">
                  <a:solidFill>
                    <a:schemeClr val="dk1"/>
                  </a:solidFill>
                  <a:latin typeface="HeadLineA"/>
                  <a:ea typeface="HeadLineA"/>
                  <a:sym typeface="HeadLineA"/>
                </a:rPr>
                <a:t>22</a:t>
              </a:r>
            </a:p>
            <a:p>
              <a:pPr marL="0" marR="0" lvl="0" indent="0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565" dirty="0">
                  <a:solidFill>
                    <a:schemeClr val="dk1"/>
                  </a:solidFill>
                  <a:latin typeface="HeadLineA"/>
                  <a:ea typeface="HeadLineA"/>
                  <a:sym typeface="HeadLineA"/>
                </a:rPr>
                <a:t>20</a:t>
              </a:r>
            </a:p>
            <a:p>
              <a:pPr marL="0" marR="0" lvl="0" indent="0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565" dirty="0">
                  <a:solidFill>
                    <a:schemeClr val="dk1"/>
                  </a:solidFill>
                  <a:latin typeface="HeadLineA"/>
                  <a:ea typeface="HeadLineA"/>
                  <a:sym typeface="HeadLineA"/>
                </a:rPr>
                <a:t>18</a:t>
              </a:r>
            </a:p>
            <a:p>
              <a:pPr marL="0" marR="0" lvl="0" indent="0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565" dirty="0">
                  <a:solidFill>
                    <a:schemeClr val="dk1"/>
                  </a:solidFill>
                  <a:latin typeface="HeadLineA"/>
                  <a:ea typeface="HeadLineA"/>
                  <a:sym typeface="HeadLineA"/>
                </a:rPr>
                <a:t>16</a:t>
              </a:r>
            </a:p>
            <a:p>
              <a:pPr marL="0" marR="0" lvl="0" indent="0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565" dirty="0">
                  <a:solidFill>
                    <a:schemeClr val="dk1"/>
                  </a:solidFill>
                  <a:latin typeface="HeadLineA"/>
                  <a:ea typeface="HeadLineA"/>
                  <a:sym typeface="HeadLineA"/>
                </a:rPr>
                <a:t>14</a:t>
              </a:r>
            </a:p>
            <a:p>
              <a:pPr marL="0" marR="0" lvl="0" indent="0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565" dirty="0">
                  <a:solidFill>
                    <a:schemeClr val="dk1"/>
                  </a:solidFill>
                  <a:latin typeface="HeadLineA"/>
                  <a:ea typeface="HeadLineA"/>
                  <a:sym typeface="HeadLineA"/>
                </a:rPr>
                <a:t>12</a:t>
              </a:r>
            </a:p>
            <a:p>
              <a:pPr marL="0" marR="0" lvl="0" indent="0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565" dirty="0">
                  <a:solidFill>
                    <a:schemeClr val="dk1"/>
                  </a:solidFill>
                  <a:latin typeface="HeadLineA"/>
                  <a:ea typeface="HeadLineA"/>
                  <a:sym typeface="HeadLineA"/>
                </a:rPr>
                <a:t>10</a:t>
              </a:r>
            </a:p>
            <a:p>
              <a:pPr marL="0" marR="0" lvl="0" indent="0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565" dirty="0">
                  <a:solidFill>
                    <a:schemeClr val="dk1"/>
                  </a:solidFill>
                  <a:latin typeface="HeadLineA"/>
                  <a:ea typeface="HeadLineA"/>
                  <a:sym typeface="HeadLineA"/>
                </a:rPr>
                <a:t>8</a:t>
              </a:r>
            </a:p>
            <a:p>
              <a:pPr marL="0" marR="0" lvl="0" indent="0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565" dirty="0">
                  <a:solidFill>
                    <a:schemeClr val="dk1"/>
                  </a:solidFill>
                  <a:latin typeface="HeadLineA"/>
                  <a:ea typeface="HeadLineA"/>
                  <a:sym typeface="HeadLineA"/>
                </a:rPr>
                <a:t>6</a:t>
              </a:r>
            </a:p>
            <a:p>
              <a:pPr marL="0" marR="0" lvl="0" indent="0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565" dirty="0">
                  <a:solidFill>
                    <a:schemeClr val="dk1"/>
                  </a:solidFill>
                  <a:latin typeface="HeadLineA"/>
                  <a:ea typeface="HeadLineA"/>
                  <a:sym typeface="HeadLineA"/>
                </a:rPr>
                <a:t>4</a:t>
              </a:r>
            </a:p>
            <a:p>
              <a:pPr marL="0" marR="0" lvl="0" indent="0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565" dirty="0">
                  <a:solidFill>
                    <a:schemeClr val="dk1"/>
                  </a:solidFill>
                  <a:latin typeface="HeadLineA"/>
                  <a:ea typeface="HeadLineA"/>
                  <a:sym typeface="HeadLineA"/>
                </a:rPr>
                <a:t>2</a:t>
              </a:r>
              <a:endParaRPr lang="en-US" sz="565" dirty="0">
                <a:solidFill>
                  <a:schemeClr val="dk1"/>
                </a:solidFill>
                <a:latin typeface="HeadLineA"/>
                <a:ea typeface="HeadLineA"/>
                <a:cs typeface="HeadLineA"/>
                <a:sym typeface="HeadLineA"/>
              </a:endParaRPr>
            </a:p>
          </p:txBody>
        </p:sp>
        <p:sp>
          <p:nvSpPr>
            <p:cNvPr id="69" name="Google Shape;3966;p51">
              <a:extLst>
                <a:ext uri="{FF2B5EF4-FFF2-40B4-BE49-F238E27FC236}">
                  <a16:creationId xmlns:a16="http://schemas.microsoft.com/office/drawing/2014/main" id="{B744E2C1-9E27-1F96-6F88-449313A27359}"/>
                </a:ext>
              </a:extLst>
            </p:cNvPr>
            <p:cNvSpPr/>
            <p:nvPr/>
          </p:nvSpPr>
          <p:spPr>
            <a:xfrm>
              <a:off x="5466802" y="3319921"/>
              <a:ext cx="211420" cy="1314450"/>
            </a:xfrm>
            <a:prstGeom prst="rect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miter lim="800000"/>
              <a:headEnd type="none" w="sm" len="sm"/>
              <a:tailEnd type="none" w="sm" len="sm"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565">
                <a:solidFill>
                  <a:schemeClr val="lt1"/>
                </a:solidFill>
                <a:latin typeface="HeadLineA"/>
                <a:ea typeface="HeadLineA"/>
                <a:cs typeface="HeadLineA"/>
                <a:sym typeface="HeadLineA"/>
              </a:endParaRPr>
            </a:p>
          </p:txBody>
        </p:sp>
      </p:grpSp>
      <p:sp>
        <p:nvSpPr>
          <p:cNvPr id="64" name="Google Shape;3961;p51">
            <a:extLst>
              <a:ext uri="{FF2B5EF4-FFF2-40B4-BE49-F238E27FC236}">
                <a16:creationId xmlns:a16="http://schemas.microsoft.com/office/drawing/2014/main" id="{7CE9C5D3-E667-1B2A-EACC-F682501B6891}"/>
              </a:ext>
            </a:extLst>
          </p:cNvPr>
          <p:cNvSpPr txBox="1"/>
          <p:nvPr/>
        </p:nvSpPr>
        <p:spPr>
          <a:xfrm>
            <a:off x="4572000" y="2348262"/>
            <a:ext cx="396887" cy="139649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565" dirty="0">
                <a:solidFill>
                  <a:schemeClr val="dk1"/>
                </a:solidFill>
                <a:latin typeface="HeadLineA"/>
                <a:ea typeface="HeadLineA"/>
                <a:cs typeface="HeadLineA"/>
                <a:sym typeface="HeadLineA"/>
              </a:rPr>
              <a:t>E2</a:t>
            </a:r>
          </a:p>
          <a:p>
            <a:pPr marL="0" marR="0" lvl="0" indent="0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565" dirty="0">
                <a:solidFill>
                  <a:schemeClr val="dk1"/>
                </a:solidFill>
                <a:latin typeface="HeadLineA"/>
                <a:ea typeface="HeadLineA"/>
                <a:sym typeface="HeadLineA"/>
              </a:rPr>
              <a:t>D2</a:t>
            </a:r>
          </a:p>
          <a:p>
            <a:pPr marL="0" marR="0" lvl="0" indent="0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565" dirty="0">
                <a:solidFill>
                  <a:schemeClr val="dk1"/>
                </a:solidFill>
                <a:latin typeface="HeadLineA"/>
                <a:ea typeface="HeadLineA"/>
                <a:sym typeface="HeadLineA"/>
              </a:rPr>
              <a:t>B1</a:t>
            </a:r>
          </a:p>
          <a:p>
            <a:pPr marL="0" marR="0" lvl="0" indent="0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565" dirty="0">
                <a:solidFill>
                  <a:schemeClr val="dk1"/>
                </a:solidFill>
                <a:latin typeface="HeadLineA"/>
                <a:ea typeface="HeadLineA"/>
                <a:sym typeface="HeadLineA"/>
              </a:rPr>
              <a:t>A3</a:t>
            </a:r>
          </a:p>
          <a:p>
            <a:pPr marL="0" marR="0" lvl="0" indent="0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565" dirty="0">
                <a:solidFill>
                  <a:schemeClr val="dk1"/>
                </a:solidFill>
                <a:latin typeface="HeadLineA"/>
                <a:ea typeface="HeadLineA"/>
                <a:sym typeface="HeadLineA"/>
              </a:rPr>
              <a:t>GND</a:t>
            </a:r>
          </a:p>
          <a:p>
            <a:pPr marL="0" marR="0" lvl="0" indent="0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565" dirty="0">
                <a:solidFill>
                  <a:schemeClr val="dk1"/>
                </a:solidFill>
                <a:latin typeface="HeadLineA"/>
                <a:ea typeface="HeadLineA"/>
                <a:sym typeface="HeadLineA"/>
              </a:rPr>
              <a:t>3V3</a:t>
            </a:r>
          </a:p>
          <a:p>
            <a:pPr marL="0" marR="0" lvl="0" indent="0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565" dirty="0">
                <a:solidFill>
                  <a:schemeClr val="dk1"/>
                </a:solidFill>
                <a:latin typeface="HeadLineA"/>
                <a:ea typeface="HeadLineA"/>
                <a:sym typeface="HeadLineA"/>
              </a:rPr>
              <a:t>C3</a:t>
            </a:r>
          </a:p>
          <a:p>
            <a:pPr marL="0" marR="0" lvl="0" indent="0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565" dirty="0">
                <a:solidFill>
                  <a:schemeClr val="dk1"/>
                </a:solidFill>
                <a:latin typeface="HeadLineA"/>
                <a:ea typeface="HeadLineA"/>
                <a:sym typeface="HeadLineA"/>
              </a:rPr>
              <a:t>GND</a:t>
            </a:r>
          </a:p>
          <a:p>
            <a:pPr marL="0" marR="0" lvl="0" indent="0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565" dirty="0">
                <a:solidFill>
                  <a:schemeClr val="dk1"/>
                </a:solidFill>
                <a:latin typeface="HeadLineA"/>
                <a:ea typeface="HeadLineA"/>
                <a:sym typeface="HeadLineA"/>
              </a:rPr>
              <a:t>C4</a:t>
            </a:r>
          </a:p>
          <a:p>
            <a:pPr marL="0" marR="0" lvl="0" indent="0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565" dirty="0">
                <a:solidFill>
                  <a:schemeClr val="dk1"/>
                </a:solidFill>
                <a:latin typeface="HeadLineA"/>
                <a:ea typeface="HeadLineA"/>
                <a:sym typeface="HeadLineA"/>
              </a:rPr>
              <a:t>A18</a:t>
            </a:r>
          </a:p>
          <a:p>
            <a:pPr marL="0" marR="0" lvl="0" indent="0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565" dirty="0">
                <a:solidFill>
                  <a:schemeClr val="dk1"/>
                </a:solidFill>
                <a:latin typeface="HeadLineA"/>
                <a:ea typeface="HeadLineA"/>
                <a:sym typeface="HeadLineA"/>
              </a:rPr>
              <a:t>A19</a:t>
            </a:r>
          </a:p>
          <a:p>
            <a:pPr marL="0" marR="0" lvl="0" indent="0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565" dirty="0">
                <a:solidFill>
                  <a:schemeClr val="dk1"/>
                </a:solidFill>
                <a:latin typeface="HeadLineA"/>
                <a:ea typeface="HeadLineA"/>
                <a:sym typeface="HeadLineA"/>
              </a:rPr>
              <a:t>B19</a:t>
            </a:r>
          </a:p>
          <a:p>
            <a:pPr marL="0" marR="0" lvl="0" indent="0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565" dirty="0">
                <a:solidFill>
                  <a:schemeClr val="dk1"/>
                </a:solidFill>
                <a:latin typeface="HeadLineA"/>
                <a:ea typeface="HeadLineA"/>
                <a:sym typeface="HeadLineA"/>
              </a:rPr>
              <a:t>D20</a:t>
            </a:r>
          </a:p>
          <a:p>
            <a:pPr marL="0" marR="0" lvl="0" indent="0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565" dirty="0">
                <a:solidFill>
                  <a:schemeClr val="dk1"/>
                </a:solidFill>
                <a:latin typeface="HeadLineA"/>
                <a:ea typeface="HeadLineA"/>
                <a:sym typeface="HeadLineA"/>
              </a:rPr>
              <a:t>GND</a:t>
            </a:r>
          </a:p>
          <a:p>
            <a:pPr marL="0" marR="0" lvl="0" indent="0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565" dirty="0">
                <a:solidFill>
                  <a:schemeClr val="dk1"/>
                </a:solidFill>
                <a:latin typeface="HeadLineA"/>
                <a:ea typeface="HeadLineA"/>
                <a:sym typeface="HeadLineA"/>
              </a:rPr>
              <a:t>3V3</a:t>
            </a:r>
            <a:endParaRPr dirty="0"/>
          </a:p>
        </p:txBody>
      </p:sp>
      <p:sp>
        <p:nvSpPr>
          <p:cNvPr id="3" name="Google Shape;3961;p51">
            <a:extLst>
              <a:ext uri="{FF2B5EF4-FFF2-40B4-BE49-F238E27FC236}">
                <a16:creationId xmlns:a16="http://schemas.microsoft.com/office/drawing/2014/main" id="{BAD27A47-5847-45B5-805A-6454B3168181}"/>
              </a:ext>
            </a:extLst>
          </p:cNvPr>
          <p:cNvSpPr txBox="1"/>
          <p:nvPr/>
        </p:nvSpPr>
        <p:spPr>
          <a:xfrm>
            <a:off x="1487915" y="1195942"/>
            <a:ext cx="396887" cy="122260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565" dirty="0">
                <a:solidFill>
                  <a:schemeClr val="dk1"/>
                </a:solidFill>
                <a:latin typeface="HeadLineA"/>
                <a:ea typeface="HeadLineA"/>
                <a:cs typeface="HeadLineA"/>
                <a:sym typeface="HeadLineA"/>
              </a:rPr>
              <a:t>-</a:t>
            </a:r>
          </a:p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565" dirty="0">
                <a:solidFill>
                  <a:schemeClr val="dk1"/>
                </a:solidFill>
                <a:latin typeface="HeadLineA"/>
                <a:ea typeface="HeadLineA"/>
                <a:sym typeface="HeadLineA"/>
              </a:rPr>
              <a:t>IOGND</a:t>
            </a:r>
          </a:p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565" dirty="0">
                <a:solidFill>
                  <a:schemeClr val="dk1"/>
                </a:solidFill>
                <a:latin typeface="HeadLineA"/>
                <a:ea typeface="HeadLineA"/>
                <a:sym typeface="HeadLineA"/>
              </a:rPr>
              <a:t>B9</a:t>
            </a:r>
          </a:p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565" dirty="0">
                <a:solidFill>
                  <a:schemeClr val="dk1"/>
                </a:solidFill>
                <a:latin typeface="HeadLineA"/>
                <a:ea typeface="HeadLineA"/>
                <a:sym typeface="HeadLineA"/>
              </a:rPr>
              <a:t>B7</a:t>
            </a:r>
          </a:p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565" dirty="0">
                <a:solidFill>
                  <a:schemeClr val="dk1"/>
                </a:solidFill>
                <a:latin typeface="HeadLineA"/>
                <a:ea typeface="HeadLineA"/>
                <a:sym typeface="HeadLineA"/>
              </a:rPr>
              <a:t>B5</a:t>
            </a:r>
          </a:p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565" dirty="0">
                <a:solidFill>
                  <a:schemeClr val="dk1"/>
                </a:solidFill>
                <a:latin typeface="HeadLineA"/>
                <a:ea typeface="HeadLineA"/>
                <a:sym typeface="HeadLineA"/>
              </a:rPr>
              <a:t>B3</a:t>
            </a:r>
          </a:p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565" dirty="0">
                <a:solidFill>
                  <a:schemeClr val="dk1"/>
                </a:solidFill>
                <a:latin typeface="HeadLineA"/>
                <a:ea typeface="HeadLineA"/>
                <a:sym typeface="HeadLineA"/>
              </a:rPr>
              <a:t>B1</a:t>
            </a:r>
          </a:p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565" dirty="0">
                <a:solidFill>
                  <a:schemeClr val="dk1"/>
                </a:solidFill>
                <a:latin typeface="HeadLineA"/>
                <a:ea typeface="HeadLineA"/>
                <a:sym typeface="HeadLineA"/>
              </a:rPr>
              <a:t>DVDD</a:t>
            </a:r>
          </a:p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565" dirty="0">
                <a:solidFill>
                  <a:schemeClr val="dk1"/>
                </a:solidFill>
                <a:latin typeface="HeadLineA"/>
                <a:ea typeface="HeadLineA"/>
                <a:sym typeface="HeadLineA"/>
              </a:rPr>
              <a:t>IOVDD</a:t>
            </a:r>
          </a:p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565" dirty="0">
                <a:solidFill>
                  <a:schemeClr val="dk1"/>
                </a:solidFill>
                <a:latin typeface="HeadLineA"/>
                <a:ea typeface="HeadLineA"/>
                <a:sym typeface="HeadLineA"/>
              </a:rPr>
              <a:t>G9</a:t>
            </a:r>
          </a:p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565" dirty="0">
                <a:solidFill>
                  <a:schemeClr val="dk1"/>
                </a:solidFill>
                <a:latin typeface="HeadLineA"/>
                <a:ea typeface="HeadLineA"/>
                <a:sym typeface="HeadLineA"/>
              </a:rPr>
              <a:t>G7</a:t>
            </a:r>
          </a:p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565" dirty="0">
                <a:solidFill>
                  <a:schemeClr val="dk1"/>
                </a:solidFill>
                <a:latin typeface="HeadLineA"/>
                <a:ea typeface="HeadLineA"/>
                <a:sym typeface="HeadLineA"/>
              </a:rPr>
              <a:t>G5</a:t>
            </a:r>
          </a:p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565" dirty="0">
                <a:solidFill>
                  <a:schemeClr val="dk1"/>
                </a:solidFill>
                <a:latin typeface="HeadLineA"/>
                <a:ea typeface="HeadLineA"/>
                <a:sym typeface="HeadLineA"/>
              </a:rPr>
              <a:t>G3</a:t>
            </a:r>
            <a:endParaRPr dirty="0"/>
          </a:p>
        </p:txBody>
      </p:sp>
      <p:sp>
        <p:nvSpPr>
          <p:cNvPr id="5" name="Google Shape;3962;p51">
            <a:extLst>
              <a:ext uri="{FF2B5EF4-FFF2-40B4-BE49-F238E27FC236}">
                <a16:creationId xmlns:a16="http://schemas.microsoft.com/office/drawing/2014/main" id="{3CDD2C01-8A44-F074-8EF3-FE0EA1D16E38}"/>
              </a:ext>
            </a:extLst>
          </p:cNvPr>
          <p:cNvSpPr txBox="1"/>
          <p:nvPr/>
        </p:nvSpPr>
        <p:spPr>
          <a:xfrm>
            <a:off x="1262501" y="1195941"/>
            <a:ext cx="396887" cy="122260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565" dirty="0">
                <a:solidFill>
                  <a:schemeClr val="dk1"/>
                </a:solidFill>
                <a:latin typeface="HeadLineA"/>
                <a:ea typeface="HeadLineA"/>
                <a:cs typeface="HeadLineA"/>
                <a:sym typeface="HeadLineA"/>
              </a:rPr>
              <a:t>IOVDD</a:t>
            </a:r>
          </a:p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565" dirty="0">
                <a:solidFill>
                  <a:schemeClr val="dk1"/>
                </a:solidFill>
                <a:latin typeface="HeadLineA"/>
                <a:ea typeface="HeadLineA"/>
                <a:sym typeface="HeadLineA"/>
              </a:rPr>
              <a:t>DTACLK</a:t>
            </a:r>
          </a:p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565" dirty="0">
                <a:solidFill>
                  <a:schemeClr val="dk1"/>
                </a:solidFill>
                <a:latin typeface="HeadLineA"/>
                <a:ea typeface="HeadLineA"/>
                <a:sym typeface="HeadLineA"/>
              </a:rPr>
              <a:t>B8</a:t>
            </a:r>
          </a:p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565" dirty="0">
                <a:solidFill>
                  <a:schemeClr val="dk1"/>
                </a:solidFill>
                <a:latin typeface="HeadLineA"/>
                <a:ea typeface="HeadLineA"/>
                <a:sym typeface="HeadLineA"/>
              </a:rPr>
              <a:t>B6</a:t>
            </a:r>
          </a:p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565" dirty="0">
                <a:solidFill>
                  <a:schemeClr val="dk1"/>
                </a:solidFill>
                <a:latin typeface="HeadLineA"/>
                <a:ea typeface="HeadLineA"/>
                <a:sym typeface="HeadLineA"/>
              </a:rPr>
              <a:t>B4</a:t>
            </a:r>
          </a:p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565" dirty="0">
                <a:solidFill>
                  <a:schemeClr val="dk1"/>
                </a:solidFill>
                <a:latin typeface="HeadLineA"/>
                <a:ea typeface="HeadLineA"/>
                <a:sym typeface="HeadLineA"/>
              </a:rPr>
              <a:t>B2</a:t>
            </a:r>
          </a:p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565" dirty="0">
                <a:solidFill>
                  <a:schemeClr val="dk1"/>
                </a:solidFill>
                <a:latin typeface="HeadLineA"/>
                <a:ea typeface="HeadLineA"/>
                <a:sym typeface="HeadLineA"/>
              </a:rPr>
              <a:t>B0</a:t>
            </a:r>
          </a:p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565" dirty="0">
                <a:solidFill>
                  <a:schemeClr val="dk1"/>
                </a:solidFill>
                <a:latin typeface="HeadLineA"/>
                <a:ea typeface="HeadLineA"/>
                <a:sym typeface="HeadLineA"/>
              </a:rPr>
              <a:t>GND</a:t>
            </a:r>
          </a:p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565" dirty="0">
                <a:solidFill>
                  <a:schemeClr val="dk1"/>
                </a:solidFill>
                <a:latin typeface="HeadLineA"/>
                <a:ea typeface="HeadLineA"/>
                <a:sym typeface="HeadLineA"/>
              </a:rPr>
              <a:t>IOGND</a:t>
            </a:r>
          </a:p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565" dirty="0">
                <a:solidFill>
                  <a:schemeClr val="dk1"/>
                </a:solidFill>
                <a:latin typeface="HeadLineA"/>
                <a:ea typeface="HeadLineA"/>
                <a:sym typeface="HeadLineA"/>
              </a:rPr>
              <a:t>G8</a:t>
            </a:r>
          </a:p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565" dirty="0">
                <a:solidFill>
                  <a:schemeClr val="dk1"/>
                </a:solidFill>
                <a:latin typeface="HeadLineA"/>
                <a:ea typeface="HeadLineA"/>
                <a:sym typeface="HeadLineA"/>
              </a:rPr>
              <a:t>G6</a:t>
            </a:r>
          </a:p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565" dirty="0">
                <a:solidFill>
                  <a:schemeClr val="dk1"/>
                </a:solidFill>
                <a:latin typeface="HeadLineA"/>
                <a:ea typeface="HeadLineA"/>
                <a:sym typeface="HeadLineA"/>
              </a:rPr>
              <a:t>G4</a:t>
            </a:r>
          </a:p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565" dirty="0">
                <a:solidFill>
                  <a:schemeClr val="dk1"/>
                </a:solidFill>
                <a:latin typeface="HeadLineA"/>
                <a:ea typeface="HeadLineA"/>
                <a:sym typeface="HeadLineA"/>
              </a:rPr>
              <a:t>G2</a:t>
            </a:r>
            <a:endParaRPr dirty="0"/>
          </a:p>
        </p:txBody>
      </p:sp>
      <p:grpSp>
        <p:nvGrpSpPr>
          <p:cNvPr id="6" name="Google Shape;3963;p51">
            <a:extLst>
              <a:ext uri="{FF2B5EF4-FFF2-40B4-BE49-F238E27FC236}">
                <a16:creationId xmlns:a16="http://schemas.microsoft.com/office/drawing/2014/main" id="{AB6369C8-62A0-9959-810F-4F94FBE10CB8}"/>
              </a:ext>
            </a:extLst>
          </p:cNvPr>
          <p:cNvGrpSpPr/>
          <p:nvPr/>
        </p:nvGrpSpPr>
        <p:grpSpPr>
          <a:xfrm>
            <a:off x="1759876" y="1195941"/>
            <a:ext cx="341708" cy="1222602"/>
            <a:chOff x="5407550" y="3286488"/>
            <a:chExt cx="341708" cy="1222602"/>
          </a:xfrm>
        </p:grpSpPr>
        <p:sp>
          <p:nvSpPr>
            <p:cNvPr id="7" name="Google Shape;3964;p51">
              <a:extLst>
                <a:ext uri="{FF2B5EF4-FFF2-40B4-BE49-F238E27FC236}">
                  <a16:creationId xmlns:a16="http://schemas.microsoft.com/office/drawing/2014/main" id="{4BBD905D-F706-D46E-A95E-52EB2F57FFAF}"/>
                </a:ext>
              </a:extLst>
            </p:cNvPr>
            <p:cNvSpPr txBox="1"/>
            <p:nvPr/>
          </p:nvSpPr>
          <p:spPr>
            <a:xfrm>
              <a:off x="5506884" y="3286488"/>
              <a:ext cx="242374" cy="1222602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 marL="0" marR="0" lvl="0" indent="0" algn="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565" dirty="0">
                  <a:solidFill>
                    <a:schemeClr val="dk1"/>
                  </a:solidFill>
                  <a:latin typeface="HeadLineA"/>
                  <a:ea typeface="HeadLineA"/>
                  <a:cs typeface="HeadLineA"/>
                  <a:sym typeface="HeadLineA"/>
                </a:rPr>
                <a:t>-</a:t>
              </a:r>
            </a:p>
            <a:p>
              <a:pPr marL="0" marR="0" lvl="0" indent="0" algn="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565" dirty="0">
                  <a:solidFill>
                    <a:schemeClr val="dk1"/>
                  </a:solidFill>
                  <a:latin typeface="HeadLineA"/>
                  <a:ea typeface="HeadLineA"/>
                  <a:sym typeface="HeadLineA"/>
                </a:rPr>
                <a:t>27</a:t>
              </a:r>
            </a:p>
            <a:p>
              <a:pPr marL="0" marR="0" lvl="0" indent="0" algn="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565" dirty="0">
                  <a:solidFill>
                    <a:schemeClr val="dk1"/>
                  </a:solidFill>
                  <a:latin typeface="HeadLineA"/>
                  <a:ea typeface="HeadLineA"/>
                  <a:sym typeface="HeadLineA"/>
                </a:rPr>
                <a:t>29</a:t>
              </a:r>
            </a:p>
            <a:p>
              <a:pPr marL="0" marR="0" lvl="0" indent="0" algn="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565" dirty="0">
                  <a:solidFill>
                    <a:schemeClr val="dk1"/>
                  </a:solidFill>
                  <a:latin typeface="HeadLineA"/>
                  <a:ea typeface="HeadLineA"/>
                  <a:sym typeface="HeadLineA"/>
                </a:rPr>
                <a:t>31</a:t>
              </a:r>
            </a:p>
            <a:p>
              <a:pPr marL="0" marR="0" lvl="0" indent="0" algn="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565" dirty="0">
                  <a:solidFill>
                    <a:schemeClr val="dk1"/>
                  </a:solidFill>
                  <a:latin typeface="HeadLineA"/>
                  <a:ea typeface="HeadLineA"/>
                  <a:sym typeface="HeadLineA"/>
                </a:rPr>
                <a:t>33</a:t>
              </a:r>
            </a:p>
            <a:p>
              <a:pPr marL="0" marR="0" lvl="0" indent="0" algn="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565" dirty="0">
                  <a:solidFill>
                    <a:schemeClr val="dk1"/>
                  </a:solidFill>
                  <a:latin typeface="HeadLineA"/>
                  <a:ea typeface="HeadLineA"/>
                  <a:sym typeface="HeadLineA"/>
                </a:rPr>
                <a:t>35</a:t>
              </a:r>
            </a:p>
            <a:p>
              <a:pPr marL="0" marR="0" lvl="0" indent="0" algn="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565" dirty="0">
                  <a:solidFill>
                    <a:schemeClr val="dk1"/>
                  </a:solidFill>
                  <a:latin typeface="HeadLineA"/>
                  <a:ea typeface="HeadLineA"/>
                  <a:sym typeface="HeadLineA"/>
                </a:rPr>
                <a:t>37</a:t>
              </a:r>
            </a:p>
            <a:p>
              <a:pPr marL="0" marR="0" lvl="0" indent="0" algn="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565" dirty="0">
                  <a:solidFill>
                    <a:schemeClr val="dk1"/>
                  </a:solidFill>
                  <a:latin typeface="HeadLineA"/>
                  <a:ea typeface="HeadLineA"/>
                  <a:sym typeface="HeadLineA"/>
                </a:rPr>
                <a:t>39</a:t>
              </a:r>
            </a:p>
            <a:p>
              <a:pPr marL="0" marR="0" lvl="0" indent="0" algn="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565" dirty="0">
                  <a:solidFill>
                    <a:schemeClr val="dk1"/>
                  </a:solidFill>
                  <a:latin typeface="HeadLineA"/>
                  <a:ea typeface="HeadLineA"/>
                  <a:sym typeface="HeadLineA"/>
                </a:rPr>
                <a:t>41</a:t>
              </a:r>
            </a:p>
            <a:p>
              <a:pPr marL="0" marR="0" lvl="0" indent="0" algn="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565" dirty="0">
                  <a:solidFill>
                    <a:schemeClr val="dk1"/>
                  </a:solidFill>
                  <a:latin typeface="HeadLineA"/>
                  <a:ea typeface="HeadLineA"/>
                  <a:sym typeface="HeadLineA"/>
                </a:rPr>
                <a:t>43</a:t>
              </a:r>
            </a:p>
            <a:p>
              <a:pPr marL="0" marR="0" lvl="0" indent="0" algn="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565" dirty="0">
                  <a:solidFill>
                    <a:schemeClr val="dk1"/>
                  </a:solidFill>
                  <a:latin typeface="HeadLineA"/>
                  <a:ea typeface="HeadLineA"/>
                  <a:sym typeface="HeadLineA"/>
                </a:rPr>
                <a:t>45</a:t>
              </a:r>
            </a:p>
            <a:p>
              <a:pPr marL="0" marR="0" lvl="0" indent="0" algn="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565" dirty="0">
                  <a:solidFill>
                    <a:schemeClr val="dk1"/>
                  </a:solidFill>
                  <a:latin typeface="HeadLineA"/>
                  <a:ea typeface="HeadLineA"/>
                  <a:sym typeface="HeadLineA"/>
                </a:rPr>
                <a:t>47</a:t>
              </a:r>
            </a:p>
            <a:p>
              <a:pPr marL="0" marR="0" lvl="0" indent="0" algn="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565" dirty="0">
                  <a:solidFill>
                    <a:schemeClr val="dk1"/>
                  </a:solidFill>
                  <a:latin typeface="HeadLineA"/>
                  <a:ea typeface="HeadLineA"/>
                  <a:sym typeface="HeadLineA"/>
                </a:rPr>
                <a:t>49</a:t>
              </a:r>
              <a:endParaRPr dirty="0"/>
            </a:p>
          </p:txBody>
        </p:sp>
        <p:sp>
          <p:nvSpPr>
            <p:cNvPr id="8" name="Google Shape;3965;p51">
              <a:extLst>
                <a:ext uri="{FF2B5EF4-FFF2-40B4-BE49-F238E27FC236}">
                  <a16:creationId xmlns:a16="http://schemas.microsoft.com/office/drawing/2014/main" id="{448864C4-48FB-DA5A-A292-E075BBBB6649}"/>
                </a:ext>
              </a:extLst>
            </p:cNvPr>
            <p:cNvSpPr txBox="1"/>
            <p:nvPr/>
          </p:nvSpPr>
          <p:spPr>
            <a:xfrm>
              <a:off x="5407550" y="3286488"/>
              <a:ext cx="242374" cy="1222602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 marL="0" marR="0" lvl="0" indent="0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565" dirty="0">
                  <a:solidFill>
                    <a:schemeClr val="dk1"/>
                  </a:solidFill>
                  <a:latin typeface="HeadLineA"/>
                  <a:ea typeface="HeadLineA"/>
                  <a:cs typeface="HeadLineA"/>
                  <a:sym typeface="HeadLineA"/>
                </a:rPr>
                <a:t>26</a:t>
              </a:r>
            </a:p>
            <a:p>
              <a:pPr marL="0" marR="0" lvl="0" indent="0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565" dirty="0">
                  <a:solidFill>
                    <a:schemeClr val="dk1"/>
                  </a:solidFill>
                  <a:latin typeface="HeadLineA"/>
                  <a:ea typeface="HeadLineA"/>
                  <a:cs typeface="HeadLineA"/>
                  <a:sym typeface="HeadLineA"/>
                </a:rPr>
                <a:t>28</a:t>
              </a:r>
            </a:p>
            <a:p>
              <a:pPr marL="0" marR="0" lvl="0" indent="0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565" dirty="0">
                  <a:solidFill>
                    <a:schemeClr val="dk1"/>
                  </a:solidFill>
                  <a:latin typeface="HeadLineA"/>
                  <a:ea typeface="HeadLineA"/>
                  <a:cs typeface="HeadLineA"/>
                  <a:sym typeface="HeadLineA"/>
                </a:rPr>
                <a:t>30</a:t>
              </a:r>
            </a:p>
            <a:p>
              <a:pPr marL="0" marR="0" lvl="0" indent="0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565" dirty="0">
                  <a:solidFill>
                    <a:schemeClr val="dk1"/>
                  </a:solidFill>
                  <a:latin typeface="HeadLineA"/>
                  <a:ea typeface="HeadLineA"/>
                  <a:cs typeface="HeadLineA"/>
                  <a:sym typeface="HeadLineA"/>
                </a:rPr>
                <a:t>32</a:t>
              </a:r>
            </a:p>
            <a:p>
              <a:pPr marL="0" marR="0" lvl="0" indent="0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565" dirty="0">
                  <a:solidFill>
                    <a:schemeClr val="dk1"/>
                  </a:solidFill>
                  <a:latin typeface="HeadLineA"/>
                  <a:ea typeface="HeadLineA"/>
                  <a:cs typeface="HeadLineA"/>
                  <a:sym typeface="HeadLineA"/>
                </a:rPr>
                <a:t>34</a:t>
              </a:r>
            </a:p>
            <a:p>
              <a:pPr marL="0" marR="0" lvl="0" indent="0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565" dirty="0">
                  <a:solidFill>
                    <a:schemeClr val="dk1"/>
                  </a:solidFill>
                  <a:latin typeface="HeadLineA"/>
                  <a:ea typeface="HeadLineA"/>
                  <a:cs typeface="HeadLineA"/>
                  <a:sym typeface="HeadLineA"/>
                </a:rPr>
                <a:t>36</a:t>
              </a:r>
            </a:p>
            <a:p>
              <a:pPr marL="0" marR="0" lvl="0" indent="0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565" dirty="0">
                  <a:solidFill>
                    <a:schemeClr val="dk1"/>
                  </a:solidFill>
                  <a:latin typeface="HeadLineA"/>
                  <a:ea typeface="HeadLineA"/>
                  <a:cs typeface="HeadLineA"/>
                  <a:sym typeface="HeadLineA"/>
                </a:rPr>
                <a:t>38</a:t>
              </a:r>
            </a:p>
            <a:p>
              <a:pPr marL="0" marR="0" lvl="0" indent="0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565" dirty="0">
                  <a:solidFill>
                    <a:schemeClr val="dk1"/>
                  </a:solidFill>
                  <a:latin typeface="HeadLineA"/>
                  <a:ea typeface="HeadLineA"/>
                  <a:cs typeface="HeadLineA"/>
                  <a:sym typeface="HeadLineA"/>
                </a:rPr>
                <a:t>40</a:t>
              </a:r>
            </a:p>
            <a:p>
              <a:pPr marL="0" marR="0" lvl="0" indent="0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565" dirty="0">
                  <a:solidFill>
                    <a:schemeClr val="dk1"/>
                  </a:solidFill>
                  <a:latin typeface="HeadLineA"/>
                  <a:ea typeface="HeadLineA"/>
                  <a:cs typeface="HeadLineA"/>
                  <a:sym typeface="HeadLineA"/>
                </a:rPr>
                <a:t>42</a:t>
              </a:r>
            </a:p>
            <a:p>
              <a:pPr marL="0" marR="0" lvl="0" indent="0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565" dirty="0">
                  <a:solidFill>
                    <a:schemeClr val="dk1"/>
                  </a:solidFill>
                  <a:latin typeface="HeadLineA"/>
                  <a:ea typeface="HeadLineA"/>
                  <a:cs typeface="HeadLineA"/>
                  <a:sym typeface="HeadLineA"/>
                </a:rPr>
                <a:t>44</a:t>
              </a:r>
            </a:p>
            <a:p>
              <a:pPr marL="0" marR="0" lvl="0" indent="0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565" dirty="0">
                  <a:solidFill>
                    <a:schemeClr val="dk1"/>
                  </a:solidFill>
                  <a:latin typeface="HeadLineA"/>
                  <a:ea typeface="HeadLineA"/>
                  <a:cs typeface="HeadLineA"/>
                  <a:sym typeface="HeadLineA"/>
                </a:rPr>
                <a:t>46</a:t>
              </a:r>
            </a:p>
            <a:p>
              <a:pPr marL="0" marR="0" lvl="0" indent="0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565" dirty="0">
                  <a:solidFill>
                    <a:schemeClr val="dk1"/>
                  </a:solidFill>
                  <a:latin typeface="HeadLineA"/>
                  <a:ea typeface="HeadLineA"/>
                  <a:cs typeface="HeadLineA"/>
                  <a:sym typeface="HeadLineA"/>
                </a:rPr>
                <a:t>48</a:t>
              </a:r>
            </a:p>
            <a:p>
              <a:pPr marL="0" marR="0" lvl="0" indent="0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565" dirty="0">
                  <a:solidFill>
                    <a:schemeClr val="dk1"/>
                  </a:solidFill>
                  <a:latin typeface="HeadLineA"/>
                  <a:ea typeface="HeadLineA"/>
                  <a:cs typeface="HeadLineA"/>
                  <a:sym typeface="HeadLineA"/>
                </a:rPr>
                <a:t>50</a:t>
              </a:r>
            </a:p>
          </p:txBody>
        </p:sp>
        <p:sp>
          <p:nvSpPr>
            <p:cNvPr id="9" name="Google Shape;3966;p51">
              <a:extLst>
                <a:ext uri="{FF2B5EF4-FFF2-40B4-BE49-F238E27FC236}">
                  <a16:creationId xmlns:a16="http://schemas.microsoft.com/office/drawing/2014/main" id="{82A21083-087A-F5C9-EEB1-11ED6F471659}"/>
                </a:ext>
              </a:extLst>
            </p:cNvPr>
            <p:cNvSpPr/>
            <p:nvPr/>
          </p:nvSpPr>
          <p:spPr>
            <a:xfrm>
              <a:off x="5466802" y="3291340"/>
              <a:ext cx="211420" cy="1186104"/>
            </a:xfrm>
            <a:prstGeom prst="rect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miter lim="800000"/>
              <a:headEnd type="none" w="sm" len="sm"/>
              <a:tailEnd type="none" w="sm" len="sm"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565">
                <a:solidFill>
                  <a:schemeClr val="lt1"/>
                </a:solidFill>
                <a:latin typeface="HeadLineA"/>
                <a:ea typeface="HeadLineA"/>
                <a:cs typeface="HeadLineA"/>
                <a:sym typeface="HeadLineA"/>
              </a:endParaRPr>
            </a:p>
          </p:txBody>
        </p:sp>
      </p:grpSp>
      <p:sp>
        <p:nvSpPr>
          <p:cNvPr id="2" name="Google Shape;3961;p51">
            <a:extLst>
              <a:ext uri="{FF2B5EF4-FFF2-40B4-BE49-F238E27FC236}">
                <a16:creationId xmlns:a16="http://schemas.microsoft.com/office/drawing/2014/main" id="{A9BF524B-0991-411E-28BB-CFBC013051E9}"/>
              </a:ext>
            </a:extLst>
          </p:cNvPr>
          <p:cNvSpPr txBox="1"/>
          <p:nvPr/>
        </p:nvSpPr>
        <p:spPr>
          <a:xfrm>
            <a:off x="4572000" y="1037573"/>
            <a:ext cx="396887" cy="139649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565" dirty="0">
                <a:solidFill>
                  <a:schemeClr val="dk1"/>
                </a:solidFill>
                <a:latin typeface="HeadLineA"/>
                <a:ea typeface="HeadLineA"/>
                <a:cs typeface="HeadLineA"/>
                <a:sym typeface="HeadLineA"/>
              </a:rPr>
              <a:t>-</a:t>
            </a:r>
          </a:p>
          <a:p>
            <a:pPr marL="0" marR="0" lvl="0" indent="0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565" dirty="0">
                <a:solidFill>
                  <a:schemeClr val="dk1"/>
                </a:solidFill>
                <a:latin typeface="HeadLineA"/>
                <a:ea typeface="HeadLineA"/>
                <a:cs typeface="HeadLineA"/>
                <a:sym typeface="HeadLineA"/>
              </a:rPr>
              <a:t>B2</a:t>
            </a:r>
          </a:p>
          <a:p>
            <a:pPr marL="0" marR="0" lvl="0" indent="0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565" dirty="0">
                <a:solidFill>
                  <a:schemeClr val="dk1"/>
                </a:solidFill>
                <a:latin typeface="HeadLineA"/>
                <a:ea typeface="HeadLineA"/>
                <a:cs typeface="HeadLineA"/>
                <a:sym typeface="HeadLineA"/>
              </a:rPr>
              <a:t>K4</a:t>
            </a:r>
          </a:p>
          <a:p>
            <a:pPr marL="0" marR="0" lvl="0" indent="0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565" dirty="0">
                <a:solidFill>
                  <a:schemeClr val="dk1"/>
                </a:solidFill>
                <a:latin typeface="HeadLineA"/>
                <a:ea typeface="HeadLineA"/>
                <a:cs typeface="HeadLineA"/>
                <a:sym typeface="HeadLineA"/>
              </a:rPr>
              <a:t>A2</a:t>
            </a:r>
            <a:endParaRPr lang="en-US" sz="565" dirty="0">
              <a:solidFill>
                <a:schemeClr val="dk1"/>
              </a:solidFill>
              <a:latin typeface="HeadLineA"/>
              <a:ea typeface="HeadLineA"/>
              <a:sym typeface="HeadLineA"/>
            </a:endParaRPr>
          </a:p>
          <a:p>
            <a:pPr marL="0" marR="0" lvl="0" indent="0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565" dirty="0">
                <a:solidFill>
                  <a:schemeClr val="dk1"/>
                </a:solidFill>
                <a:latin typeface="HeadLineA"/>
                <a:ea typeface="HeadLineA"/>
                <a:sym typeface="HeadLineA"/>
              </a:rPr>
              <a:t>GND</a:t>
            </a:r>
          </a:p>
          <a:p>
            <a:pPr marL="0" marR="0" lvl="0" indent="0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565" dirty="0">
                <a:solidFill>
                  <a:schemeClr val="dk1"/>
                </a:solidFill>
                <a:latin typeface="HeadLineA"/>
                <a:ea typeface="HeadLineA"/>
                <a:sym typeface="HeadLineA"/>
              </a:rPr>
              <a:t>3V3</a:t>
            </a:r>
          </a:p>
          <a:p>
            <a:pPr marL="0" marR="0" lvl="0" indent="0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565" dirty="0">
                <a:solidFill>
                  <a:schemeClr val="dk1"/>
                </a:solidFill>
                <a:latin typeface="HeadLineA"/>
                <a:ea typeface="HeadLineA"/>
                <a:sym typeface="HeadLineA"/>
              </a:rPr>
              <a:t>J5</a:t>
            </a:r>
          </a:p>
          <a:p>
            <a:pPr marL="0" marR="0" lvl="0" indent="0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565" dirty="0">
                <a:solidFill>
                  <a:schemeClr val="dk1"/>
                </a:solidFill>
                <a:latin typeface="HeadLineA"/>
                <a:ea typeface="HeadLineA"/>
                <a:sym typeface="HeadLineA"/>
              </a:rPr>
              <a:t>GND</a:t>
            </a:r>
          </a:p>
          <a:p>
            <a:pPr marL="0" marR="0" lvl="0" indent="0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565" dirty="0">
                <a:solidFill>
                  <a:schemeClr val="dk1"/>
                </a:solidFill>
                <a:latin typeface="HeadLineA"/>
                <a:ea typeface="HeadLineA"/>
                <a:sym typeface="HeadLineA"/>
              </a:rPr>
              <a:t>H5</a:t>
            </a:r>
          </a:p>
          <a:p>
            <a:pPr marL="0" marR="0" lvl="0" indent="0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565" dirty="0">
                <a:solidFill>
                  <a:schemeClr val="dk1"/>
                </a:solidFill>
                <a:latin typeface="HeadLineA"/>
                <a:ea typeface="HeadLineA"/>
                <a:sym typeface="HeadLineA"/>
              </a:rPr>
              <a:t>H3</a:t>
            </a:r>
          </a:p>
          <a:p>
            <a:pPr marL="0" marR="0" lvl="0" indent="0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565" dirty="0">
                <a:solidFill>
                  <a:schemeClr val="dk1"/>
                </a:solidFill>
                <a:latin typeface="HeadLineA"/>
                <a:ea typeface="HeadLineA"/>
                <a:sym typeface="HeadLineA"/>
              </a:rPr>
              <a:t>F3</a:t>
            </a:r>
          </a:p>
          <a:p>
            <a:pPr marL="0" marR="0" lvl="0" indent="0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565" dirty="0">
                <a:solidFill>
                  <a:schemeClr val="dk1"/>
                </a:solidFill>
                <a:latin typeface="HeadLineA"/>
                <a:ea typeface="HeadLineA"/>
                <a:sym typeface="HeadLineA"/>
              </a:rPr>
              <a:t>E4</a:t>
            </a:r>
          </a:p>
          <a:p>
            <a:pPr marL="0" marR="0" lvl="0" indent="0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565" dirty="0">
                <a:solidFill>
                  <a:schemeClr val="dk1"/>
                </a:solidFill>
                <a:latin typeface="HeadLineA"/>
                <a:ea typeface="HeadLineA"/>
                <a:sym typeface="HeadLineA"/>
              </a:rPr>
              <a:t>E1</a:t>
            </a:r>
          </a:p>
          <a:p>
            <a:pPr marL="0" marR="0" lvl="0" indent="0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565" dirty="0">
                <a:solidFill>
                  <a:schemeClr val="dk1"/>
                </a:solidFill>
                <a:latin typeface="HeadLineA"/>
                <a:ea typeface="HeadLineA"/>
                <a:sym typeface="HeadLineA"/>
              </a:rPr>
              <a:t>GND</a:t>
            </a:r>
          </a:p>
          <a:p>
            <a:pPr marL="0" marR="0" lvl="0" indent="0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565" dirty="0">
                <a:solidFill>
                  <a:schemeClr val="dk1"/>
                </a:solidFill>
                <a:latin typeface="HeadLineA"/>
                <a:ea typeface="HeadLineA"/>
                <a:sym typeface="HeadLineA"/>
              </a:rPr>
              <a:t>3V3</a:t>
            </a:r>
            <a:endParaRPr dirty="0"/>
          </a:p>
        </p:txBody>
      </p:sp>
      <p:sp>
        <p:nvSpPr>
          <p:cNvPr id="10" name="Google Shape;3962;p51">
            <a:extLst>
              <a:ext uri="{FF2B5EF4-FFF2-40B4-BE49-F238E27FC236}">
                <a16:creationId xmlns:a16="http://schemas.microsoft.com/office/drawing/2014/main" id="{0C9B6B34-0230-369C-451C-5446C005E53A}"/>
              </a:ext>
            </a:extLst>
          </p:cNvPr>
          <p:cNvSpPr txBox="1"/>
          <p:nvPr/>
        </p:nvSpPr>
        <p:spPr>
          <a:xfrm>
            <a:off x="4414418" y="1037573"/>
            <a:ext cx="396887" cy="139649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565" dirty="0">
                <a:solidFill>
                  <a:schemeClr val="dk1"/>
                </a:solidFill>
                <a:latin typeface="HeadLineA"/>
                <a:ea typeface="HeadLineA"/>
                <a:sym typeface="HeadLineA"/>
              </a:rPr>
              <a:t>-</a:t>
            </a:r>
          </a:p>
          <a:p>
            <a:pPr marL="0" marR="0" lvl="0" indent="0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565" dirty="0">
                <a:solidFill>
                  <a:schemeClr val="dk1"/>
                </a:solidFill>
                <a:latin typeface="HeadLineA"/>
                <a:ea typeface="HeadLineA"/>
                <a:sym typeface="HeadLineA"/>
              </a:rPr>
              <a:t>E19</a:t>
            </a:r>
          </a:p>
          <a:p>
            <a:pPr marL="0" marR="0" lvl="0" indent="0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565" dirty="0">
                <a:solidFill>
                  <a:schemeClr val="dk1"/>
                </a:solidFill>
                <a:latin typeface="HeadLineA"/>
                <a:ea typeface="HeadLineA"/>
                <a:sym typeface="HeadLineA"/>
              </a:rPr>
              <a:t>B3</a:t>
            </a:r>
          </a:p>
          <a:p>
            <a:pPr marL="0" marR="0" lvl="0" indent="0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565" dirty="0">
                <a:solidFill>
                  <a:schemeClr val="dk1"/>
                </a:solidFill>
                <a:latin typeface="HeadLineA"/>
                <a:ea typeface="HeadLineA"/>
                <a:sym typeface="HeadLineA"/>
              </a:rPr>
              <a:t>K5</a:t>
            </a:r>
          </a:p>
          <a:p>
            <a:pPr marL="0" marR="0" lvl="0" indent="0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565" dirty="0">
                <a:solidFill>
                  <a:schemeClr val="dk1"/>
                </a:solidFill>
                <a:latin typeface="HeadLineA"/>
                <a:ea typeface="HeadLineA"/>
                <a:sym typeface="HeadLineA"/>
              </a:rPr>
              <a:t>GND</a:t>
            </a:r>
          </a:p>
          <a:p>
            <a:pPr marL="0" marR="0" lvl="0" indent="0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565" dirty="0">
                <a:solidFill>
                  <a:schemeClr val="dk1"/>
                </a:solidFill>
                <a:latin typeface="HeadLineA"/>
                <a:ea typeface="HeadLineA"/>
                <a:sym typeface="HeadLineA"/>
              </a:rPr>
              <a:t>3V3</a:t>
            </a:r>
          </a:p>
          <a:p>
            <a:pPr marL="0" marR="0" lvl="0" indent="0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565" dirty="0">
                <a:solidFill>
                  <a:schemeClr val="dk1"/>
                </a:solidFill>
                <a:latin typeface="HeadLineA"/>
                <a:ea typeface="HeadLineA"/>
                <a:sym typeface="HeadLineA"/>
              </a:rPr>
              <a:t>K3</a:t>
            </a:r>
          </a:p>
          <a:p>
            <a:pPr marL="0" marR="0" lvl="0" indent="0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565" dirty="0">
                <a:solidFill>
                  <a:schemeClr val="dk1"/>
                </a:solidFill>
                <a:latin typeface="HeadLineA"/>
                <a:ea typeface="HeadLineA"/>
                <a:sym typeface="HeadLineA"/>
              </a:rPr>
              <a:t>5V</a:t>
            </a:r>
          </a:p>
          <a:p>
            <a:pPr marL="0" marR="0" lvl="0" indent="0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565" dirty="0">
                <a:solidFill>
                  <a:schemeClr val="dk1"/>
                </a:solidFill>
                <a:latin typeface="HeadLineA"/>
                <a:ea typeface="HeadLineA"/>
                <a:sym typeface="HeadLineA"/>
              </a:rPr>
              <a:t>J4</a:t>
            </a:r>
          </a:p>
          <a:p>
            <a:pPr marL="0" marR="0" lvl="0" indent="0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565" dirty="0">
                <a:solidFill>
                  <a:schemeClr val="dk1"/>
                </a:solidFill>
                <a:latin typeface="HeadLineA"/>
                <a:ea typeface="HeadLineA"/>
                <a:sym typeface="HeadLineA"/>
              </a:rPr>
              <a:t>H4</a:t>
            </a:r>
          </a:p>
          <a:p>
            <a:pPr marL="0" marR="0" lvl="0" indent="0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565" dirty="0">
                <a:solidFill>
                  <a:schemeClr val="dk1"/>
                </a:solidFill>
                <a:latin typeface="HeadLineA"/>
                <a:ea typeface="HeadLineA"/>
                <a:sym typeface="HeadLineA"/>
              </a:rPr>
              <a:t>G3</a:t>
            </a:r>
          </a:p>
          <a:p>
            <a:pPr marL="0" marR="0" lvl="0" indent="0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565" dirty="0">
                <a:solidFill>
                  <a:schemeClr val="dk1"/>
                </a:solidFill>
                <a:latin typeface="HeadLineA"/>
                <a:ea typeface="HeadLineA"/>
                <a:sym typeface="HeadLineA"/>
              </a:rPr>
              <a:t>F1</a:t>
            </a:r>
          </a:p>
          <a:p>
            <a:pPr marL="0" marR="0" lvl="0" indent="0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565" dirty="0">
                <a:solidFill>
                  <a:schemeClr val="dk1"/>
                </a:solidFill>
                <a:latin typeface="HeadLineA"/>
                <a:ea typeface="HeadLineA"/>
                <a:sym typeface="HeadLineA"/>
              </a:rPr>
              <a:t>F2</a:t>
            </a:r>
          </a:p>
          <a:p>
            <a:pPr marL="0" marR="0" lvl="0" indent="0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565" dirty="0">
                <a:solidFill>
                  <a:schemeClr val="dk1"/>
                </a:solidFill>
                <a:latin typeface="HeadLineA"/>
                <a:ea typeface="HeadLineA"/>
                <a:sym typeface="HeadLineA"/>
              </a:rPr>
              <a:t>GND</a:t>
            </a:r>
          </a:p>
          <a:p>
            <a:pPr marL="0" marR="0" lvl="0" indent="0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565" dirty="0">
                <a:solidFill>
                  <a:schemeClr val="dk1"/>
                </a:solidFill>
                <a:latin typeface="HeadLineA"/>
                <a:ea typeface="HeadLineA"/>
                <a:sym typeface="HeadLineA"/>
              </a:rPr>
              <a:t>3V3</a:t>
            </a:r>
            <a:endParaRPr dirty="0"/>
          </a:p>
        </p:txBody>
      </p:sp>
      <p:grpSp>
        <p:nvGrpSpPr>
          <p:cNvPr id="13" name="Google Shape;3963;p51">
            <a:extLst>
              <a:ext uri="{FF2B5EF4-FFF2-40B4-BE49-F238E27FC236}">
                <a16:creationId xmlns:a16="http://schemas.microsoft.com/office/drawing/2014/main" id="{62CE9EED-BB1C-EC42-1D6F-0992E6717F6C}"/>
              </a:ext>
            </a:extLst>
          </p:cNvPr>
          <p:cNvGrpSpPr/>
          <p:nvPr/>
        </p:nvGrpSpPr>
        <p:grpSpPr>
          <a:xfrm>
            <a:off x="4201578" y="1032761"/>
            <a:ext cx="344916" cy="1396496"/>
            <a:chOff x="5407550" y="3284884"/>
            <a:chExt cx="344916" cy="1396496"/>
          </a:xfrm>
        </p:grpSpPr>
        <p:sp>
          <p:nvSpPr>
            <p:cNvPr id="14" name="Google Shape;3964;p51">
              <a:extLst>
                <a:ext uri="{FF2B5EF4-FFF2-40B4-BE49-F238E27FC236}">
                  <a16:creationId xmlns:a16="http://schemas.microsoft.com/office/drawing/2014/main" id="{207A2F5F-BF7D-262F-0B46-40F05BE44EAB}"/>
                </a:ext>
              </a:extLst>
            </p:cNvPr>
            <p:cNvSpPr txBox="1"/>
            <p:nvPr/>
          </p:nvSpPr>
          <p:spPr>
            <a:xfrm>
              <a:off x="5510092" y="3284884"/>
              <a:ext cx="242374" cy="1396496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 marL="0" marR="0" lvl="0" indent="0" algn="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565" dirty="0">
                  <a:solidFill>
                    <a:schemeClr val="dk1"/>
                  </a:solidFill>
                  <a:latin typeface="HeadLineA"/>
                  <a:ea typeface="HeadLineA"/>
                  <a:sym typeface="HeadLineA"/>
                </a:rPr>
                <a:t>29</a:t>
              </a:r>
            </a:p>
            <a:p>
              <a:pPr marL="0" marR="0" lvl="0" indent="0" algn="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565" dirty="0">
                  <a:solidFill>
                    <a:schemeClr val="dk1"/>
                  </a:solidFill>
                  <a:latin typeface="HeadLineA"/>
                  <a:ea typeface="HeadLineA"/>
                  <a:sym typeface="HeadLineA"/>
                </a:rPr>
                <a:t>27</a:t>
              </a:r>
            </a:p>
            <a:p>
              <a:pPr marL="0" marR="0" lvl="0" indent="0" algn="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565" dirty="0">
                  <a:solidFill>
                    <a:schemeClr val="dk1"/>
                  </a:solidFill>
                  <a:latin typeface="HeadLineA"/>
                  <a:ea typeface="HeadLineA"/>
                  <a:sym typeface="HeadLineA"/>
                </a:rPr>
                <a:t>25</a:t>
              </a:r>
            </a:p>
            <a:p>
              <a:pPr marL="0" marR="0" lvl="0" indent="0" algn="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565" dirty="0">
                  <a:solidFill>
                    <a:schemeClr val="dk1"/>
                  </a:solidFill>
                  <a:latin typeface="HeadLineA"/>
                  <a:ea typeface="HeadLineA"/>
                  <a:sym typeface="HeadLineA"/>
                </a:rPr>
                <a:t>23</a:t>
              </a:r>
            </a:p>
            <a:p>
              <a:pPr marL="0" marR="0" lvl="0" indent="0" algn="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565" dirty="0">
                  <a:solidFill>
                    <a:schemeClr val="dk1"/>
                  </a:solidFill>
                  <a:latin typeface="HeadLineA"/>
                  <a:ea typeface="HeadLineA"/>
                  <a:sym typeface="HeadLineA"/>
                </a:rPr>
                <a:t>21</a:t>
              </a:r>
            </a:p>
            <a:p>
              <a:pPr marL="0" marR="0" lvl="0" indent="0" algn="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565" dirty="0">
                  <a:solidFill>
                    <a:schemeClr val="dk1"/>
                  </a:solidFill>
                  <a:latin typeface="HeadLineA"/>
                  <a:ea typeface="HeadLineA"/>
                  <a:sym typeface="HeadLineA"/>
                </a:rPr>
                <a:t>19</a:t>
              </a:r>
            </a:p>
            <a:p>
              <a:pPr marL="0" marR="0" lvl="0" indent="0" algn="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565" dirty="0">
                  <a:solidFill>
                    <a:schemeClr val="dk1"/>
                  </a:solidFill>
                  <a:latin typeface="HeadLineA"/>
                  <a:ea typeface="HeadLineA"/>
                  <a:sym typeface="HeadLineA"/>
                </a:rPr>
                <a:t>17</a:t>
              </a:r>
            </a:p>
            <a:p>
              <a:pPr marL="0" marR="0" lvl="0" indent="0" algn="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565" dirty="0">
                  <a:solidFill>
                    <a:schemeClr val="dk1"/>
                  </a:solidFill>
                  <a:latin typeface="HeadLineA"/>
                  <a:ea typeface="HeadLineA"/>
                  <a:sym typeface="HeadLineA"/>
                </a:rPr>
                <a:t>15</a:t>
              </a:r>
            </a:p>
            <a:p>
              <a:pPr marL="0" marR="0" lvl="0" indent="0" algn="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565" dirty="0">
                  <a:solidFill>
                    <a:schemeClr val="dk1"/>
                  </a:solidFill>
                  <a:latin typeface="HeadLineA"/>
                  <a:ea typeface="HeadLineA"/>
                  <a:sym typeface="HeadLineA"/>
                </a:rPr>
                <a:t>13</a:t>
              </a:r>
            </a:p>
            <a:p>
              <a:pPr marL="0" marR="0" lvl="0" indent="0" algn="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565" dirty="0">
                  <a:solidFill>
                    <a:schemeClr val="dk1"/>
                  </a:solidFill>
                  <a:latin typeface="HeadLineA"/>
                  <a:ea typeface="HeadLineA"/>
                  <a:sym typeface="HeadLineA"/>
                </a:rPr>
                <a:t>11</a:t>
              </a:r>
            </a:p>
            <a:p>
              <a:pPr marL="0" marR="0" lvl="0" indent="0" algn="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565" dirty="0">
                  <a:solidFill>
                    <a:schemeClr val="dk1"/>
                  </a:solidFill>
                  <a:latin typeface="HeadLineA"/>
                  <a:ea typeface="HeadLineA"/>
                  <a:sym typeface="HeadLineA"/>
                </a:rPr>
                <a:t>9</a:t>
              </a:r>
            </a:p>
            <a:p>
              <a:pPr marL="0" marR="0" lvl="0" indent="0" algn="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565" dirty="0">
                  <a:solidFill>
                    <a:schemeClr val="dk1"/>
                  </a:solidFill>
                  <a:latin typeface="HeadLineA"/>
                  <a:ea typeface="HeadLineA"/>
                  <a:sym typeface="HeadLineA"/>
                </a:rPr>
                <a:t>7</a:t>
              </a:r>
            </a:p>
            <a:p>
              <a:pPr marL="0" marR="0" lvl="0" indent="0" algn="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565" dirty="0">
                  <a:solidFill>
                    <a:schemeClr val="dk1"/>
                  </a:solidFill>
                  <a:latin typeface="HeadLineA"/>
                  <a:ea typeface="HeadLineA"/>
                  <a:sym typeface="HeadLineA"/>
                </a:rPr>
                <a:t>5</a:t>
              </a:r>
            </a:p>
            <a:p>
              <a:pPr marL="0" marR="0" lvl="0" indent="0" algn="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565" dirty="0">
                  <a:solidFill>
                    <a:schemeClr val="dk1"/>
                  </a:solidFill>
                  <a:latin typeface="HeadLineA"/>
                  <a:ea typeface="HeadLineA"/>
                  <a:sym typeface="HeadLineA"/>
                </a:rPr>
                <a:t>3</a:t>
              </a:r>
            </a:p>
            <a:p>
              <a:pPr marL="0" marR="0" lvl="0" indent="0" algn="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565" dirty="0">
                  <a:solidFill>
                    <a:schemeClr val="dk1"/>
                  </a:solidFill>
                  <a:latin typeface="HeadLineA"/>
                  <a:ea typeface="HeadLineA"/>
                  <a:sym typeface="HeadLineA"/>
                </a:rPr>
                <a:t>1</a:t>
              </a:r>
            </a:p>
          </p:txBody>
        </p:sp>
        <p:sp>
          <p:nvSpPr>
            <p:cNvPr id="15" name="Google Shape;3965;p51">
              <a:extLst>
                <a:ext uri="{FF2B5EF4-FFF2-40B4-BE49-F238E27FC236}">
                  <a16:creationId xmlns:a16="http://schemas.microsoft.com/office/drawing/2014/main" id="{6D52C6C0-32BC-B3BD-8446-3A2E1D40DBAB}"/>
                </a:ext>
              </a:extLst>
            </p:cNvPr>
            <p:cNvSpPr txBox="1"/>
            <p:nvPr/>
          </p:nvSpPr>
          <p:spPr>
            <a:xfrm>
              <a:off x="5407550" y="3284884"/>
              <a:ext cx="242374" cy="1396496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 marL="0" marR="0" lvl="0" indent="0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565" dirty="0">
                  <a:solidFill>
                    <a:schemeClr val="dk1"/>
                  </a:solidFill>
                  <a:latin typeface="HeadLineA"/>
                  <a:ea typeface="HeadLineA"/>
                  <a:sym typeface="HeadLineA"/>
                </a:rPr>
                <a:t>30</a:t>
              </a:r>
            </a:p>
            <a:p>
              <a:pPr marL="0" marR="0" lvl="0" indent="0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565" dirty="0">
                  <a:solidFill>
                    <a:schemeClr val="dk1"/>
                  </a:solidFill>
                  <a:latin typeface="HeadLineA"/>
                  <a:ea typeface="HeadLineA"/>
                  <a:sym typeface="HeadLineA"/>
                </a:rPr>
                <a:t>28</a:t>
              </a:r>
            </a:p>
            <a:p>
              <a:pPr marL="0" marR="0" lvl="0" indent="0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565" dirty="0">
                  <a:solidFill>
                    <a:schemeClr val="dk1"/>
                  </a:solidFill>
                  <a:latin typeface="HeadLineA"/>
                  <a:ea typeface="HeadLineA"/>
                  <a:sym typeface="HeadLineA"/>
                </a:rPr>
                <a:t>26</a:t>
              </a:r>
            </a:p>
            <a:p>
              <a:pPr marL="0" marR="0" lvl="0" indent="0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565" dirty="0">
                  <a:solidFill>
                    <a:schemeClr val="dk1"/>
                  </a:solidFill>
                  <a:latin typeface="HeadLineA"/>
                  <a:ea typeface="HeadLineA"/>
                  <a:sym typeface="HeadLineA"/>
                </a:rPr>
                <a:t>24</a:t>
              </a:r>
            </a:p>
            <a:p>
              <a:pPr marL="0" marR="0" lvl="0" indent="0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565" dirty="0">
                  <a:solidFill>
                    <a:schemeClr val="dk1"/>
                  </a:solidFill>
                  <a:latin typeface="HeadLineA"/>
                  <a:ea typeface="HeadLineA"/>
                  <a:sym typeface="HeadLineA"/>
                </a:rPr>
                <a:t>22</a:t>
              </a:r>
            </a:p>
            <a:p>
              <a:pPr marL="0" marR="0" lvl="0" indent="0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565" dirty="0">
                  <a:solidFill>
                    <a:schemeClr val="dk1"/>
                  </a:solidFill>
                  <a:latin typeface="HeadLineA"/>
                  <a:ea typeface="HeadLineA"/>
                  <a:sym typeface="HeadLineA"/>
                </a:rPr>
                <a:t>20</a:t>
              </a:r>
            </a:p>
            <a:p>
              <a:pPr marL="0" marR="0" lvl="0" indent="0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565" dirty="0">
                  <a:solidFill>
                    <a:schemeClr val="dk1"/>
                  </a:solidFill>
                  <a:latin typeface="HeadLineA"/>
                  <a:ea typeface="HeadLineA"/>
                  <a:sym typeface="HeadLineA"/>
                </a:rPr>
                <a:t>18</a:t>
              </a:r>
            </a:p>
            <a:p>
              <a:pPr marL="0" marR="0" lvl="0" indent="0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565" dirty="0">
                  <a:solidFill>
                    <a:schemeClr val="dk1"/>
                  </a:solidFill>
                  <a:latin typeface="HeadLineA"/>
                  <a:ea typeface="HeadLineA"/>
                  <a:sym typeface="HeadLineA"/>
                </a:rPr>
                <a:t>16</a:t>
              </a:r>
            </a:p>
            <a:p>
              <a:pPr marL="0" marR="0" lvl="0" indent="0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565" dirty="0">
                  <a:solidFill>
                    <a:schemeClr val="dk1"/>
                  </a:solidFill>
                  <a:latin typeface="HeadLineA"/>
                  <a:ea typeface="HeadLineA"/>
                  <a:sym typeface="HeadLineA"/>
                </a:rPr>
                <a:t>14</a:t>
              </a:r>
            </a:p>
            <a:p>
              <a:pPr marL="0" marR="0" lvl="0" indent="0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565" dirty="0">
                  <a:solidFill>
                    <a:schemeClr val="dk1"/>
                  </a:solidFill>
                  <a:latin typeface="HeadLineA"/>
                  <a:ea typeface="HeadLineA"/>
                  <a:sym typeface="HeadLineA"/>
                </a:rPr>
                <a:t>12</a:t>
              </a:r>
            </a:p>
            <a:p>
              <a:pPr marL="0" marR="0" lvl="0" indent="0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565" dirty="0">
                  <a:solidFill>
                    <a:schemeClr val="dk1"/>
                  </a:solidFill>
                  <a:latin typeface="HeadLineA"/>
                  <a:ea typeface="HeadLineA"/>
                  <a:sym typeface="HeadLineA"/>
                </a:rPr>
                <a:t>10</a:t>
              </a:r>
            </a:p>
            <a:p>
              <a:pPr marL="0" marR="0" lvl="0" indent="0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565" dirty="0">
                  <a:solidFill>
                    <a:schemeClr val="dk1"/>
                  </a:solidFill>
                  <a:latin typeface="HeadLineA"/>
                  <a:ea typeface="HeadLineA"/>
                  <a:sym typeface="HeadLineA"/>
                </a:rPr>
                <a:t>8</a:t>
              </a:r>
            </a:p>
            <a:p>
              <a:pPr marL="0" marR="0" lvl="0" indent="0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565" dirty="0">
                  <a:solidFill>
                    <a:schemeClr val="dk1"/>
                  </a:solidFill>
                  <a:latin typeface="HeadLineA"/>
                  <a:ea typeface="HeadLineA"/>
                  <a:sym typeface="HeadLineA"/>
                </a:rPr>
                <a:t>6</a:t>
              </a:r>
            </a:p>
            <a:p>
              <a:pPr marL="0" marR="0" lvl="0" indent="0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565" dirty="0">
                  <a:solidFill>
                    <a:schemeClr val="dk1"/>
                  </a:solidFill>
                  <a:latin typeface="HeadLineA"/>
                  <a:ea typeface="HeadLineA"/>
                  <a:sym typeface="HeadLineA"/>
                </a:rPr>
                <a:t>4</a:t>
              </a:r>
            </a:p>
            <a:p>
              <a:pPr marL="0" marR="0" lvl="0" indent="0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565" dirty="0">
                  <a:solidFill>
                    <a:schemeClr val="dk1"/>
                  </a:solidFill>
                  <a:latin typeface="HeadLineA"/>
                  <a:ea typeface="HeadLineA"/>
                  <a:sym typeface="HeadLineA"/>
                </a:rPr>
                <a:t>2</a:t>
              </a:r>
              <a:endParaRPr lang="en-US" sz="565" dirty="0">
                <a:solidFill>
                  <a:schemeClr val="dk1"/>
                </a:solidFill>
                <a:latin typeface="HeadLineA"/>
                <a:ea typeface="HeadLineA"/>
                <a:cs typeface="HeadLineA"/>
                <a:sym typeface="HeadLineA"/>
              </a:endParaRPr>
            </a:p>
          </p:txBody>
        </p:sp>
        <p:sp>
          <p:nvSpPr>
            <p:cNvPr id="16" name="Google Shape;3966;p51">
              <a:extLst>
                <a:ext uri="{FF2B5EF4-FFF2-40B4-BE49-F238E27FC236}">
                  <a16:creationId xmlns:a16="http://schemas.microsoft.com/office/drawing/2014/main" id="{51ADB7A7-CD45-16AE-9D9C-69DD5A447B18}"/>
                </a:ext>
              </a:extLst>
            </p:cNvPr>
            <p:cNvSpPr/>
            <p:nvPr/>
          </p:nvSpPr>
          <p:spPr>
            <a:xfrm>
              <a:off x="5466802" y="3319921"/>
              <a:ext cx="211420" cy="1314450"/>
            </a:xfrm>
            <a:prstGeom prst="rect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miter lim="800000"/>
              <a:headEnd type="none" w="sm" len="sm"/>
              <a:tailEnd type="none" w="sm" len="sm"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565">
                <a:solidFill>
                  <a:schemeClr val="lt1"/>
                </a:solidFill>
                <a:latin typeface="HeadLineA"/>
                <a:ea typeface="HeadLineA"/>
                <a:cs typeface="HeadLineA"/>
                <a:sym typeface="HeadLineA"/>
              </a:endParaRPr>
            </a:p>
          </p:txBody>
        </p:sp>
      </p:grpSp>
      <p:pic>
        <p:nvPicPr>
          <p:cNvPr id="17" name="図 16">
            <a:extLst>
              <a:ext uri="{FF2B5EF4-FFF2-40B4-BE49-F238E27FC236}">
                <a16:creationId xmlns:a16="http://schemas.microsoft.com/office/drawing/2014/main" id="{09F3C1E1-5392-C4D3-60ED-296C5D5FE2C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 rot="10800000">
            <a:off x="5120341" y="2277401"/>
            <a:ext cx="1348536" cy="1250741"/>
          </a:xfrm>
          <a:prstGeom prst="rect">
            <a:avLst/>
          </a:prstGeom>
        </p:spPr>
      </p:pic>
      <p:pic>
        <p:nvPicPr>
          <p:cNvPr id="18" name="図 17">
            <a:extLst>
              <a:ext uri="{FF2B5EF4-FFF2-40B4-BE49-F238E27FC236}">
                <a16:creationId xmlns:a16="http://schemas.microsoft.com/office/drawing/2014/main" id="{5B60FBD0-0F4A-A8E5-32D1-B58F289601C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 rot="16200000">
            <a:off x="5269492" y="1106405"/>
            <a:ext cx="1050233" cy="122930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88954577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テーマ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游ゴシック Light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游ゴシック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テーマ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游ゴシック Light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游ゴシック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149</TotalTime>
  <Words>757</Words>
  <Application>Microsoft Macintosh PowerPoint</Application>
  <PresentationFormat>画面に合わせる (4:3)</PresentationFormat>
  <Paragraphs>713</Paragraphs>
  <Slides>3</Slides>
  <Notes>0</Notes>
  <HiddenSlides>0</HiddenSlides>
  <MMClips>0</MMClips>
  <ScaleCrop>false</ScaleCrop>
  <HeadingPairs>
    <vt:vector size="6" baseType="variant">
      <vt:variant>
        <vt:lpstr>使用されているフォント</vt:lpstr>
      </vt:variant>
      <vt:variant>
        <vt:i4>4</vt:i4>
      </vt:variant>
      <vt:variant>
        <vt:lpstr>テーマ</vt:lpstr>
      </vt:variant>
      <vt:variant>
        <vt:i4>1</vt:i4>
      </vt:variant>
      <vt:variant>
        <vt:lpstr>スライド タイトル</vt:lpstr>
      </vt:variant>
      <vt:variant>
        <vt:i4>3</vt:i4>
      </vt:variant>
    </vt:vector>
  </HeadingPairs>
  <TitlesOfParts>
    <vt:vector size="8" baseType="lpstr">
      <vt:lpstr>HeadLineA</vt:lpstr>
      <vt:lpstr>游ゴシック</vt:lpstr>
      <vt:lpstr>游ゴシック Light</vt:lpstr>
      <vt:lpstr>Arial</vt:lpstr>
      <vt:lpstr>Office テーマ</vt:lpstr>
      <vt:lpstr>Inside RetroCastX</vt:lpstr>
      <vt:lpstr>PowerPoint プレゼンテーション</vt:lpstr>
      <vt:lpstr>PowerPoint プレゼンテーション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大中 邦彦</dc:creator>
  <cp:lastModifiedBy>大中 邦彦</cp:lastModifiedBy>
  <cp:revision>5</cp:revision>
  <cp:lastPrinted>2026-08-07T04:33:48Z</cp:lastPrinted>
  <dcterms:created xsi:type="dcterms:W3CDTF">2026-08-07T03:37:33Z</dcterms:created>
  <dcterms:modified xsi:type="dcterms:W3CDTF">2026-08-09T15:00:24Z</dcterms:modified>
</cp:coreProperties>
</file>